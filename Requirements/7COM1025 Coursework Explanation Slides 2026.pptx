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59" r:id="rId6"/>
    <p:sldId id="260" r:id="rId7"/>
    <p:sldId id="273" r:id="rId8"/>
    <p:sldId id="262" r:id="rId9"/>
    <p:sldId id="263" r:id="rId10"/>
    <p:sldId id="264" r:id="rId11"/>
    <p:sldId id="265" r:id="rId12"/>
    <p:sldId id="271" r:id="rId13"/>
    <p:sldId id="270" r:id="rId14"/>
    <p:sldId id="269" r:id="rId15"/>
    <p:sldId id="268" r:id="rId16"/>
    <p:sldId id="275" r:id="rId17"/>
    <p:sldId id="27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426A2A-8E48-4473-9FF8-E8E444B1A3BA}" v="11" dt="2026-02-12T01:15:31.3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2" d="100"/>
          <a:sy n="82" d="100"/>
        </p:scale>
        <p:origin x="6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i Cheng" userId="fe5171e0-c765-4ec4-a21e-f2c0e717f055" providerId="ADAL" clId="{EB9EF507-D909-408E-A1F5-FDF7B75607A2}"/>
    <pc:docChg chg="custSel addSld delSld modSld">
      <pc:chgData name="Hui Cheng" userId="fe5171e0-c765-4ec4-a21e-f2c0e717f055" providerId="ADAL" clId="{EB9EF507-D909-408E-A1F5-FDF7B75607A2}" dt="2026-02-12T01:17:53.307" v="1145" actId="20577"/>
      <pc:docMkLst>
        <pc:docMk/>
      </pc:docMkLst>
      <pc:sldChg chg="modSp mod">
        <pc:chgData name="Hui Cheng" userId="fe5171e0-c765-4ec4-a21e-f2c0e717f055" providerId="ADAL" clId="{EB9EF507-D909-408E-A1F5-FDF7B75607A2}" dt="2026-02-11T23:33:47.248" v="1" actId="20577"/>
        <pc:sldMkLst>
          <pc:docMk/>
          <pc:sldMk cId="780026132" sldId="256"/>
        </pc:sldMkLst>
        <pc:spChg chg="mod">
          <ac:chgData name="Hui Cheng" userId="fe5171e0-c765-4ec4-a21e-f2c0e717f055" providerId="ADAL" clId="{EB9EF507-D909-408E-A1F5-FDF7B75607A2}" dt="2026-02-11T23:33:47.248" v="1" actId="20577"/>
          <ac:spMkLst>
            <pc:docMk/>
            <pc:sldMk cId="780026132" sldId="256"/>
            <ac:spMk id="3" creationId="{587F6474-5457-4D81-823D-8C900766B35D}"/>
          </ac:spMkLst>
        </pc:spChg>
      </pc:sldChg>
      <pc:sldChg chg="modSp mod">
        <pc:chgData name="Hui Cheng" userId="fe5171e0-c765-4ec4-a21e-f2c0e717f055" providerId="ADAL" clId="{EB9EF507-D909-408E-A1F5-FDF7B75607A2}" dt="2026-02-12T00:39:05.051" v="118" actId="20577"/>
        <pc:sldMkLst>
          <pc:docMk/>
          <pc:sldMk cId="2427826193" sldId="257"/>
        </pc:sldMkLst>
        <pc:spChg chg="mod">
          <ac:chgData name="Hui Cheng" userId="fe5171e0-c765-4ec4-a21e-f2c0e717f055" providerId="ADAL" clId="{EB9EF507-D909-408E-A1F5-FDF7B75607A2}" dt="2026-02-12T00:39:05.051" v="118" actId="20577"/>
          <ac:spMkLst>
            <pc:docMk/>
            <pc:sldMk cId="2427826193" sldId="257"/>
            <ac:spMk id="4" creationId="{2B655578-D92B-4D41-AF31-F690333BD0F0}"/>
          </ac:spMkLst>
        </pc:spChg>
      </pc:sldChg>
      <pc:sldChg chg="modSp mod">
        <pc:chgData name="Hui Cheng" userId="fe5171e0-c765-4ec4-a21e-f2c0e717f055" providerId="ADAL" clId="{EB9EF507-D909-408E-A1F5-FDF7B75607A2}" dt="2026-02-12T00:44:46.490" v="251" actId="27636"/>
        <pc:sldMkLst>
          <pc:docMk/>
          <pc:sldMk cId="567631437" sldId="258"/>
        </pc:sldMkLst>
        <pc:spChg chg="mod">
          <ac:chgData name="Hui Cheng" userId="fe5171e0-c765-4ec4-a21e-f2c0e717f055" providerId="ADAL" clId="{EB9EF507-D909-408E-A1F5-FDF7B75607A2}" dt="2026-02-12T00:44:46.490" v="251" actId="27636"/>
          <ac:spMkLst>
            <pc:docMk/>
            <pc:sldMk cId="567631437" sldId="258"/>
            <ac:spMk id="3" creationId="{B61D2DEB-9D43-42BC-AB48-5D448FD724A9}"/>
          </ac:spMkLst>
        </pc:spChg>
      </pc:sldChg>
      <pc:sldChg chg="modSp mod">
        <pc:chgData name="Hui Cheng" userId="fe5171e0-c765-4ec4-a21e-f2c0e717f055" providerId="ADAL" clId="{EB9EF507-D909-408E-A1F5-FDF7B75607A2}" dt="2026-02-12T00:48:54.160" v="338" actId="20577"/>
        <pc:sldMkLst>
          <pc:docMk/>
          <pc:sldMk cId="1484097528" sldId="259"/>
        </pc:sldMkLst>
        <pc:spChg chg="mod">
          <ac:chgData name="Hui Cheng" userId="fe5171e0-c765-4ec4-a21e-f2c0e717f055" providerId="ADAL" clId="{EB9EF507-D909-408E-A1F5-FDF7B75607A2}" dt="2026-02-12T00:48:54.160" v="338" actId="20577"/>
          <ac:spMkLst>
            <pc:docMk/>
            <pc:sldMk cId="1484097528" sldId="259"/>
            <ac:spMk id="3" creationId="{AB05BEB4-BF16-46BC-8D57-902C92B76B2D}"/>
          </ac:spMkLst>
        </pc:spChg>
      </pc:sldChg>
      <pc:sldChg chg="modSp mod">
        <pc:chgData name="Hui Cheng" userId="fe5171e0-c765-4ec4-a21e-f2c0e717f055" providerId="ADAL" clId="{EB9EF507-D909-408E-A1F5-FDF7B75607A2}" dt="2026-02-12T00:53:06.483" v="440" actId="20577"/>
        <pc:sldMkLst>
          <pc:docMk/>
          <pc:sldMk cId="4079248120" sldId="260"/>
        </pc:sldMkLst>
        <pc:spChg chg="mod">
          <ac:chgData name="Hui Cheng" userId="fe5171e0-c765-4ec4-a21e-f2c0e717f055" providerId="ADAL" clId="{EB9EF507-D909-408E-A1F5-FDF7B75607A2}" dt="2026-02-12T00:53:06.483" v="440" actId="20577"/>
          <ac:spMkLst>
            <pc:docMk/>
            <pc:sldMk cId="4079248120" sldId="260"/>
            <ac:spMk id="4" creationId="{07F957BB-EBE7-4638-8277-B5CA20CD0F23}"/>
          </ac:spMkLst>
        </pc:spChg>
      </pc:sldChg>
      <pc:sldChg chg="del">
        <pc:chgData name="Hui Cheng" userId="fe5171e0-c765-4ec4-a21e-f2c0e717f055" providerId="ADAL" clId="{EB9EF507-D909-408E-A1F5-FDF7B75607A2}" dt="2026-02-12T00:55:11.676" v="442" actId="47"/>
        <pc:sldMkLst>
          <pc:docMk/>
          <pc:sldMk cId="1119426818" sldId="261"/>
        </pc:sldMkLst>
      </pc:sldChg>
      <pc:sldChg chg="add del">
        <pc:chgData name="Hui Cheng" userId="fe5171e0-c765-4ec4-a21e-f2c0e717f055" providerId="ADAL" clId="{EB9EF507-D909-408E-A1F5-FDF7B75607A2}" dt="2026-02-12T00:55:39.373" v="444"/>
        <pc:sldMkLst>
          <pc:docMk/>
          <pc:sldMk cId="1927792486" sldId="262"/>
        </pc:sldMkLst>
      </pc:sldChg>
      <pc:sldChg chg="add del">
        <pc:chgData name="Hui Cheng" userId="fe5171e0-c765-4ec4-a21e-f2c0e717f055" providerId="ADAL" clId="{EB9EF507-D909-408E-A1F5-FDF7B75607A2}" dt="2026-02-12T00:56:34.115" v="446"/>
        <pc:sldMkLst>
          <pc:docMk/>
          <pc:sldMk cId="3642797943" sldId="263"/>
        </pc:sldMkLst>
      </pc:sldChg>
      <pc:sldChg chg="modSp mod">
        <pc:chgData name="Hui Cheng" userId="fe5171e0-c765-4ec4-a21e-f2c0e717f055" providerId="ADAL" clId="{EB9EF507-D909-408E-A1F5-FDF7B75607A2}" dt="2026-02-12T00:59:41.332" v="549" actId="20577"/>
        <pc:sldMkLst>
          <pc:docMk/>
          <pc:sldMk cId="2218026651" sldId="264"/>
        </pc:sldMkLst>
        <pc:spChg chg="mod">
          <ac:chgData name="Hui Cheng" userId="fe5171e0-c765-4ec4-a21e-f2c0e717f055" providerId="ADAL" clId="{EB9EF507-D909-408E-A1F5-FDF7B75607A2}" dt="2026-02-12T00:59:41.332" v="549" actId="20577"/>
          <ac:spMkLst>
            <pc:docMk/>
            <pc:sldMk cId="2218026651" sldId="264"/>
            <ac:spMk id="4" creationId="{BDFF78D9-046F-485F-87C6-895C8DFC6BBF}"/>
          </ac:spMkLst>
        </pc:spChg>
      </pc:sldChg>
      <pc:sldChg chg="modSp mod">
        <pc:chgData name="Hui Cheng" userId="fe5171e0-c765-4ec4-a21e-f2c0e717f055" providerId="ADAL" clId="{EB9EF507-D909-408E-A1F5-FDF7B75607A2}" dt="2026-02-12T01:04:23.915" v="766" actId="20577"/>
        <pc:sldMkLst>
          <pc:docMk/>
          <pc:sldMk cId="3269051615" sldId="265"/>
        </pc:sldMkLst>
        <pc:spChg chg="mod">
          <ac:chgData name="Hui Cheng" userId="fe5171e0-c765-4ec4-a21e-f2c0e717f055" providerId="ADAL" clId="{EB9EF507-D909-408E-A1F5-FDF7B75607A2}" dt="2026-02-12T01:04:23.915" v="766" actId="20577"/>
          <ac:spMkLst>
            <pc:docMk/>
            <pc:sldMk cId="3269051615" sldId="265"/>
            <ac:spMk id="4" creationId="{873570C5-F33D-4171-9B53-4F153401B229}"/>
          </ac:spMkLst>
        </pc:spChg>
      </pc:sldChg>
      <pc:sldChg chg="modSp mod">
        <pc:chgData name="Hui Cheng" userId="fe5171e0-c765-4ec4-a21e-f2c0e717f055" providerId="ADAL" clId="{EB9EF507-D909-408E-A1F5-FDF7B75607A2}" dt="2026-02-12T01:13:43.664" v="1043" actId="20577"/>
        <pc:sldMkLst>
          <pc:docMk/>
          <pc:sldMk cId="2546386465" sldId="268"/>
        </pc:sldMkLst>
        <pc:spChg chg="mod">
          <ac:chgData name="Hui Cheng" userId="fe5171e0-c765-4ec4-a21e-f2c0e717f055" providerId="ADAL" clId="{EB9EF507-D909-408E-A1F5-FDF7B75607A2}" dt="2026-02-12T01:13:43.664" v="1043" actId="20577"/>
          <ac:spMkLst>
            <pc:docMk/>
            <pc:sldMk cId="2546386465" sldId="268"/>
            <ac:spMk id="3" creationId="{00000000-0000-0000-0000-000000000000}"/>
          </ac:spMkLst>
        </pc:spChg>
      </pc:sldChg>
      <pc:sldChg chg="modSp mod">
        <pc:chgData name="Hui Cheng" userId="fe5171e0-c765-4ec4-a21e-f2c0e717f055" providerId="ADAL" clId="{EB9EF507-D909-408E-A1F5-FDF7B75607A2}" dt="2026-02-12T01:09:16.984" v="985" actId="20577"/>
        <pc:sldMkLst>
          <pc:docMk/>
          <pc:sldMk cId="4211894502" sldId="269"/>
        </pc:sldMkLst>
        <pc:spChg chg="mod">
          <ac:chgData name="Hui Cheng" userId="fe5171e0-c765-4ec4-a21e-f2c0e717f055" providerId="ADAL" clId="{EB9EF507-D909-408E-A1F5-FDF7B75607A2}" dt="2026-02-12T01:09:16.984" v="985" actId="20577"/>
          <ac:spMkLst>
            <pc:docMk/>
            <pc:sldMk cId="4211894502" sldId="269"/>
            <ac:spMk id="4" creationId="{C6268A62-E456-40F2-8F89-29EEB0E38D8C}"/>
          </ac:spMkLst>
        </pc:spChg>
      </pc:sldChg>
      <pc:sldChg chg="modSp mod">
        <pc:chgData name="Hui Cheng" userId="fe5171e0-c765-4ec4-a21e-f2c0e717f055" providerId="ADAL" clId="{EB9EF507-D909-408E-A1F5-FDF7B75607A2}" dt="2026-02-12T01:12:25.294" v="1035" actId="20577"/>
        <pc:sldMkLst>
          <pc:docMk/>
          <pc:sldMk cId="1778586558" sldId="270"/>
        </pc:sldMkLst>
        <pc:spChg chg="mod">
          <ac:chgData name="Hui Cheng" userId="fe5171e0-c765-4ec4-a21e-f2c0e717f055" providerId="ADAL" clId="{EB9EF507-D909-408E-A1F5-FDF7B75607A2}" dt="2026-02-12T01:12:25.294" v="1035" actId="20577"/>
          <ac:spMkLst>
            <pc:docMk/>
            <pc:sldMk cId="1778586558" sldId="270"/>
            <ac:spMk id="4" creationId="{873570C5-F33D-4171-9B53-4F153401B229}"/>
          </ac:spMkLst>
        </pc:spChg>
      </pc:sldChg>
      <pc:sldChg chg="modSp mod">
        <pc:chgData name="Hui Cheng" userId="fe5171e0-c765-4ec4-a21e-f2c0e717f055" providerId="ADAL" clId="{EB9EF507-D909-408E-A1F5-FDF7B75607A2}" dt="2026-02-12T01:05:52.795" v="828" actId="20577"/>
        <pc:sldMkLst>
          <pc:docMk/>
          <pc:sldMk cId="526675961" sldId="271"/>
        </pc:sldMkLst>
        <pc:spChg chg="mod">
          <ac:chgData name="Hui Cheng" userId="fe5171e0-c765-4ec4-a21e-f2c0e717f055" providerId="ADAL" clId="{EB9EF507-D909-408E-A1F5-FDF7B75607A2}" dt="2026-02-12T01:05:52.795" v="828" actId="20577"/>
          <ac:spMkLst>
            <pc:docMk/>
            <pc:sldMk cId="526675961" sldId="271"/>
            <ac:spMk id="3" creationId="{5EF3259A-33F3-412A-BDDB-51F894F78DF6}"/>
          </ac:spMkLst>
        </pc:spChg>
      </pc:sldChg>
      <pc:sldChg chg="modSp del mod">
        <pc:chgData name="Hui Cheng" userId="fe5171e0-c765-4ec4-a21e-f2c0e717f055" providerId="ADAL" clId="{EB9EF507-D909-408E-A1F5-FDF7B75607A2}" dt="2026-02-12T01:15:34.378" v="1049" actId="47"/>
        <pc:sldMkLst>
          <pc:docMk/>
          <pc:sldMk cId="528046545" sldId="272"/>
        </pc:sldMkLst>
        <pc:spChg chg="mod">
          <ac:chgData name="Hui Cheng" userId="fe5171e0-c765-4ec4-a21e-f2c0e717f055" providerId="ADAL" clId="{EB9EF507-D909-408E-A1F5-FDF7B75607A2}" dt="2026-02-12T01:15:21.918" v="1047" actId="21"/>
          <ac:spMkLst>
            <pc:docMk/>
            <pc:sldMk cId="528046545" sldId="272"/>
            <ac:spMk id="3" creationId="{46581484-1D32-4A81-8E04-3FD106399EB8}"/>
          </ac:spMkLst>
        </pc:spChg>
      </pc:sldChg>
      <pc:sldChg chg="add">
        <pc:chgData name="Hui Cheng" userId="fe5171e0-c765-4ec4-a21e-f2c0e717f055" providerId="ADAL" clId="{EB9EF507-D909-408E-A1F5-FDF7B75607A2}" dt="2026-02-12T00:54:33.580" v="441"/>
        <pc:sldMkLst>
          <pc:docMk/>
          <pc:sldMk cId="1809529208" sldId="273"/>
        </pc:sldMkLst>
      </pc:sldChg>
      <pc:sldChg chg="modSp add del mod">
        <pc:chgData name="Hui Cheng" userId="fe5171e0-c765-4ec4-a21e-f2c0e717f055" providerId="ADAL" clId="{EB9EF507-D909-408E-A1F5-FDF7B75607A2}" dt="2026-02-12T01:14:27.274" v="1045" actId="47"/>
        <pc:sldMkLst>
          <pc:docMk/>
          <pc:sldMk cId="1300062629" sldId="274"/>
        </pc:sldMkLst>
        <pc:spChg chg="mod">
          <ac:chgData name="Hui Cheng" userId="fe5171e0-c765-4ec4-a21e-f2c0e717f055" providerId="ADAL" clId="{EB9EF507-D909-408E-A1F5-FDF7B75607A2}" dt="2026-02-12T01:13:54.880" v="1044" actId="6549"/>
          <ac:spMkLst>
            <pc:docMk/>
            <pc:sldMk cId="1300062629" sldId="274"/>
            <ac:spMk id="3" creationId="{00000000-0000-0000-0000-000000000000}"/>
          </ac:spMkLst>
        </pc:spChg>
      </pc:sldChg>
      <pc:sldChg chg="modSp add mod">
        <pc:chgData name="Hui Cheng" userId="fe5171e0-c765-4ec4-a21e-f2c0e717f055" providerId="ADAL" clId="{EB9EF507-D909-408E-A1F5-FDF7B75607A2}" dt="2026-02-12T01:16:28.041" v="1082" actId="20577"/>
        <pc:sldMkLst>
          <pc:docMk/>
          <pc:sldMk cId="10319365" sldId="275"/>
        </pc:sldMkLst>
        <pc:spChg chg="mod">
          <ac:chgData name="Hui Cheng" userId="fe5171e0-c765-4ec4-a21e-f2c0e717f055" providerId="ADAL" clId="{EB9EF507-D909-408E-A1F5-FDF7B75607A2}" dt="2026-02-12T01:16:28.041" v="1082" actId="20577"/>
          <ac:spMkLst>
            <pc:docMk/>
            <pc:sldMk cId="10319365" sldId="275"/>
            <ac:spMk id="3" creationId="{46581484-1D32-4A81-8E04-3FD106399EB8}"/>
          </ac:spMkLst>
        </pc:spChg>
      </pc:sldChg>
      <pc:sldChg chg="modSp add mod">
        <pc:chgData name="Hui Cheng" userId="fe5171e0-c765-4ec4-a21e-f2c0e717f055" providerId="ADAL" clId="{EB9EF507-D909-408E-A1F5-FDF7B75607A2}" dt="2026-02-12T01:17:53.307" v="1145" actId="20577"/>
        <pc:sldMkLst>
          <pc:docMk/>
          <pc:sldMk cId="4019303258" sldId="278"/>
        </pc:sldMkLst>
        <pc:spChg chg="mod">
          <ac:chgData name="Hui Cheng" userId="fe5171e0-c765-4ec4-a21e-f2c0e717f055" providerId="ADAL" clId="{EB9EF507-D909-408E-A1F5-FDF7B75607A2}" dt="2026-02-12T01:17:53.307" v="1145" actId="20577"/>
          <ac:spMkLst>
            <pc:docMk/>
            <pc:sldMk cId="4019303258" sldId="278"/>
            <ac:spMk id="3" creationId="{2D3B7A1C-4AE1-EE6F-9AB8-A0471AF526C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3DD42-691F-4900-A7AD-DAFE236CA85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0B6D0D5-8016-49A6-BC26-89C2409CD6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4856FF24-F470-438F-9721-49437941C156}"/>
              </a:ext>
            </a:extLst>
          </p:cNvPr>
          <p:cNvSpPr>
            <a:spLocks noGrp="1"/>
          </p:cNvSpPr>
          <p:nvPr>
            <p:ph type="dt" sz="half" idx="10"/>
          </p:nvPr>
        </p:nvSpPr>
        <p:spPr/>
        <p:txBody>
          <a:bodyPr/>
          <a:lstStyle/>
          <a:p>
            <a:fld id="{F7B2B4E8-A455-40FD-986B-F2D064E26289}" type="datetimeFigureOut">
              <a:rPr lang="en-GB" smtClean="0"/>
              <a:t>12/02/2026</a:t>
            </a:fld>
            <a:endParaRPr lang="en-GB"/>
          </a:p>
        </p:txBody>
      </p:sp>
      <p:sp>
        <p:nvSpPr>
          <p:cNvPr id="5" name="Footer Placeholder 4">
            <a:extLst>
              <a:ext uri="{FF2B5EF4-FFF2-40B4-BE49-F238E27FC236}">
                <a16:creationId xmlns:a16="http://schemas.microsoft.com/office/drawing/2014/main" id="{8CB49220-6A9C-477C-93D9-55879B2EEBB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E46B422-E4D7-480E-9BB2-AA2C065807C0}"/>
              </a:ext>
            </a:extLst>
          </p:cNvPr>
          <p:cNvSpPr>
            <a:spLocks noGrp="1"/>
          </p:cNvSpPr>
          <p:nvPr>
            <p:ph type="sldNum" sz="quarter" idx="12"/>
          </p:nvPr>
        </p:nvSpPr>
        <p:spPr/>
        <p:txBody>
          <a:bodyPr/>
          <a:lstStyle/>
          <a:p>
            <a:fld id="{7E164E99-763A-4EC5-8646-559172BB83B0}" type="slidenum">
              <a:rPr lang="en-GB" smtClean="0"/>
              <a:t>‹#›</a:t>
            </a:fld>
            <a:endParaRPr lang="en-GB"/>
          </a:p>
        </p:txBody>
      </p:sp>
    </p:spTree>
    <p:extLst>
      <p:ext uri="{BB962C8B-B14F-4D97-AF65-F5344CB8AC3E}">
        <p14:creationId xmlns:p14="http://schemas.microsoft.com/office/powerpoint/2010/main" val="169319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2AF60-0706-4684-9F53-0C54E4F9350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540FFA3-2CD1-4131-9CE3-8F6E0C1C6D3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A6106D6-A6DC-4471-BAE2-2A20ED5C86AE}"/>
              </a:ext>
            </a:extLst>
          </p:cNvPr>
          <p:cNvSpPr>
            <a:spLocks noGrp="1"/>
          </p:cNvSpPr>
          <p:nvPr>
            <p:ph type="dt" sz="half" idx="10"/>
          </p:nvPr>
        </p:nvSpPr>
        <p:spPr/>
        <p:txBody>
          <a:bodyPr/>
          <a:lstStyle/>
          <a:p>
            <a:fld id="{F7B2B4E8-A455-40FD-986B-F2D064E26289}" type="datetimeFigureOut">
              <a:rPr lang="en-GB" smtClean="0"/>
              <a:t>12/02/2026</a:t>
            </a:fld>
            <a:endParaRPr lang="en-GB"/>
          </a:p>
        </p:txBody>
      </p:sp>
      <p:sp>
        <p:nvSpPr>
          <p:cNvPr id="5" name="Footer Placeholder 4">
            <a:extLst>
              <a:ext uri="{FF2B5EF4-FFF2-40B4-BE49-F238E27FC236}">
                <a16:creationId xmlns:a16="http://schemas.microsoft.com/office/drawing/2014/main" id="{80947C2A-84E3-4831-BCF3-1B190F3B921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A346C5A-7B20-48C8-8FB1-B45A55A75B05}"/>
              </a:ext>
            </a:extLst>
          </p:cNvPr>
          <p:cNvSpPr>
            <a:spLocks noGrp="1"/>
          </p:cNvSpPr>
          <p:nvPr>
            <p:ph type="sldNum" sz="quarter" idx="12"/>
          </p:nvPr>
        </p:nvSpPr>
        <p:spPr/>
        <p:txBody>
          <a:bodyPr/>
          <a:lstStyle/>
          <a:p>
            <a:fld id="{7E164E99-763A-4EC5-8646-559172BB83B0}" type="slidenum">
              <a:rPr lang="en-GB" smtClean="0"/>
              <a:t>‹#›</a:t>
            </a:fld>
            <a:endParaRPr lang="en-GB"/>
          </a:p>
        </p:txBody>
      </p:sp>
    </p:spTree>
    <p:extLst>
      <p:ext uri="{BB962C8B-B14F-4D97-AF65-F5344CB8AC3E}">
        <p14:creationId xmlns:p14="http://schemas.microsoft.com/office/powerpoint/2010/main" val="3697193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89D52-7FBF-4D05-812A-639743936E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BA37F19-9B08-49A2-8E70-A00DB419DD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476AB7F-CE93-4CAA-87E4-AA4988C3D551}"/>
              </a:ext>
            </a:extLst>
          </p:cNvPr>
          <p:cNvSpPr>
            <a:spLocks noGrp="1"/>
          </p:cNvSpPr>
          <p:nvPr>
            <p:ph type="dt" sz="half" idx="10"/>
          </p:nvPr>
        </p:nvSpPr>
        <p:spPr/>
        <p:txBody>
          <a:bodyPr/>
          <a:lstStyle/>
          <a:p>
            <a:fld id="{F7B2B4E8-A455-40FD-986B-F2D064E26289}" type="datetimeFigureOut">
              <a:rPr lang="en-GB" smtClean="0"/>
              <a:t>12/02/2026</a:t>
            </a:fld>
            <a:endParaRPr lang="en-GB"/>
          </a:p>
        </p:txBody>
      </p:sp>
      <p:sp>
        <p:nvSpPr>
          <p:cNvPr id="5" name="Footer Placeholder 4">
            <a:extLst>
              <a:ext uri="{FF2B5EF4-FFF2-40B4-BE49-F238E27FC236}">
                <a16:creationId xmlns:a16="http://schemas.microsoft.com/office/drawing/2014/main" id="{F3FF80F2-0AB3-49C5-9F13-EA43AC6F142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503487F-E88B-439E-90D1-AEDDA7DD1DA1}"/>
              </a:ext>
            </a:extLst>
          </p:cNvPr>
          <p:cNvSpPr>
            <a:spLocks noGrp="1"/>
          </p:cNvSpPr>
          <p:nvPr>
            <p:ph type="sldNum" sz="quarter" idx="12"/>
          </p:nvPr>
        </p:nvSpPr>
        <p:spPr/>
        <p:txBody>
          <a:bodyPr/>
          <a:lstStyle/>
          <a:p>
            <a:fld id="{7E164E99-763A-4EC5-8646-559172BB83B0}" type="slidenum">
              <a:rPr lang="en-GB" smtClean="0"/>
              <a:t>‹#›</a:t>
            </a:fld>
            <a:endParaRPr lang="en-GB"/>
          </a:p>
        </p:txBody>
      </p:sp>
    </p:spTree>
    <p:extLst>
      <p:ext uri="{BB962C8B-B14F-4D97-AF65-F5344CB8AC3E}">
        <p14:creationId xmlns:p14="http://schemas.microsoft.com/office/powerpoint/2010/main" val="2366650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AC67D-7AB4-47C3-B792-D606AFBB2BC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A839D02-4E39-45E0-A9A1-B3CA5492973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9F3C53F-72A1-442F-95B2-B3E76D0C733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C625009-131F-4017-BA5C-9AEF5E4E7DB9}"/>
              </a:ext>
            </a:extLst>
          </p:cNvPr>
          <p:cNvSpPr>
            <a:spLocks noGrp="1"/>
          </p:cNvSpPr>
          <p:nvPr>
            <p:ph type="dt" sz="half" idx="10"/>
          </p:nvPr>
        </p:nvSpPr>
        <p:spPr/>
        <p:txBody>
          <a:bodyPr/>
          <a:lstStyle/>
          <a:p>
            <a:fld id="{F7B2B4E8-A455-40FD-986B-F2D064E26289}" type="datetimeFigureOut">
              <a:rPr lang="en-GB" smtClean="0"/>
              <a:t>12/02/2026</a:t>
            </a:fld>
            <a:endParaRPr lang="en-GB"/>
          </a:p>
        </p:txBody>
      </p:sp>
      <p:sp>
        <p:nvSpPr>
          <p:cNvPr id="6" name="Footer Placeholder 5">
            <a:extLst>
              <a:ext uri="{FF2B5EF4-FFF2-40B4-BE49-F238E27FC236}">
                <a16:creationId xmlns:a16="http://schemas.microsoft.com/office/drawing/2014/main" id="{63909341-3138-4F1F-A8A8-A5E22C98306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D021D59-8B9B-4D01-B935-E7EEF33C5C4E}"/>
              </a:ext>
            </a:extLst>
          </p:cNvPr>
          <p:cNvSpPr>
            <a:spLocks noGrp="1"/>
          </p:cNvSpPr>
          <p:nvPr>
            <p:ph type="sldNum" sz="quarter" idx="12"/>
          </p:nvPr>
        </p:nvSpPr>
        <p:spPr/>
        <p:txBody>
          <a:bodyPr/>
          <a:lstStyle/>
          <a:p>
            <a:fld id="{7E164E99-763A-4EC5-8646-559172BB83B0}" type="slidenum">
              <a:rPr lang="en-GB" smtClean="0"/>
              <a:t>‹#›</a:t>
            </a:fld>
            <a:endParaRPr lang="en-GB"/>
          </a:p>
        </p:txBody>
      </p:sp>
    </p:spTree>
    <p:extLst>
      <p:ext uri="{BB962C8B-B14F-4D97-AF65-F5344CB8AC3E}">
        <p14:creationId xmlns:p14="http://schemas.microsoft.com/office/powerpoint/2010/main" val="2851951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68705-34A5-4E3E-8000-658E3D4068B1}"/>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B030417-7D62-42B1-83BD-BE2566B9E9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006F6E0-19B1-43CA-878C-7A4F77543FD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D7D64CB-BC59-4349-B463-E149D7FFC4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8E9AD5E-BB1B-4868-98FF-3CB83BDF580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9195333-2302-48D5-8042-3E841519B83D}"/>
              </a:ext>
            </a:extLst>
          </p:cNvPr>
          <p:cNvSpPr>
            <a:spLocks noGrp="1"/>
          </p:cNvSpPr>
          <p:nvPr>
            <p:ph type="dt" sz="half" idx="10"/>
          </p:nvPr>
        </p:nvSpPr>
        <p:spPr/>
        <p:txBody>
          <a:bodyPr/>
          <a:lstStyle/>
          <a:p>
            <a:fld id="{F7B2B4E8-A455-40FD-986B-F2D064E26289}" type="datetimeFigureOut">
              <a:rPr lang="en-GB" smtClean="0"/>
              <a:t>12/02/2026</a:t>
            </a:fld>
            <a:endParaRPr lang="en-GB"/>
          </a:p>
        </p:txBody>
      </p:sp>
      <p:sp>
        <p:nvSpPr>
          <p:cNvPr id="8" name="Footer Placeholder 7">
            <a:extLst>
              <a:ext uri="{FF2B5EF4-FFF2-40B4-BE49-F238E27FC236}">
                <a16:creationId xmlns:a16="http://schemas.microsoft.com/office/drawing/2014/main" id="{27A8CA6C-8F86-45E9-B375-257AFF00F48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88C683B-9C2B-4624-87E0-6338EB5672DE}"/>
              </a:ext>
            </a:extLst>
          </p:cNvPr>
          <p:cNvSpPr>
            <a:spLocks noGrp="1"/>
          </p:cNvSpPr>
          <p:nvPr>
            <p:ph type="sldNum" sz="quarter" idx="12"/>
          </p:nvPr>
        </p:nvSpPr>
        <p:spPr/>
        <p:txBody>
          <a:bodyPr/>
          <a:lstStyle/>
          <a:p>
            <a:fld id="{7E164E99-763A-4EC5-8646-559172BB83B0}" type="slidenum">
              <a:rPr lang="en-GB" smtClean="0"/>
              <a:t>‹#›</a:t>
            </a:fld>
            <a:endParaRPr lang="en-GB"/>
          </a:p>
        </p:txBody>
      </p:sp>
    </p:spTree>
    <p:extLst>
      <p:ext uri="{BB962C8B-B14F-4D97-AF65-F5344CB8AC3E}">
        <p14:creationId xmlns:p14="http://schemas.microsoft.com/office/powerpoint/2010/main" val="24681663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00729-4ABF-4ABC-9BE9-99D4D200F89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E5F592E-EA17-43BA-96A6-E03E913A38C1}"/>
              </a:ext>
            </a:extLst>
          </p:cNvPr>
          <p:cNvSpPr>
            <a:spLocks noGrp="1"/>
          </p:cNvSpPr>
          <p:nvPr>
            <p:ph type="dt" sz="half" idx="10"/>
          </p:nvPr>
        </p:nvSpPr>
        <p:spPr/>
        <p:txBody>
          <a:bodyPr/>
          <a:lstStyle/>
          <a:p>
            <a:fld id="{F7B2B4E8-A455-40FD-986B-F2D064E26289}" type="datetimeFigureOut">
              <a:rPr lang="en-GB" smtClean="0"/>
              <a:t>12/02/2026</a:t>
            </a:fld>
            <a:endParaRPr lang="en-GB"/>
          </a:p>
        </p:txBody>
      </p:sp>
      <p:sp>
        <p:nvSpPr>
          <p:cNvPr id="4" name="Footer Placeholder 3">
            <a:extLst>
              <a:ext uri="{FF2B5EF4-FFF2-40B4-BE49-F238E27FC236}">
                <a16:creationId xmlns:a16="http://schemas.microsoft.com/office/drawing/2014/main" id="{C2E79007-814A-4877-B88D-B6439817EEE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3E6B05A-9BFB-435B-A80C-F23A3DB6FBB6}"/>
              </a:ext>
            </a:extLst>
          </p:cNvPr>
          <p:cNvSpPr>
            <a:spLocks noGrp="1"/>
          </p:cNvSpPr>
          <p:nvPr>
            <p:ph type="sldNum" sz="quarter" idx="12"/>
          </p:nvPr>
        </p:nvSpPr>
        <p:spPr/>
        <p:txBody>
          <a:bodyPr/>
          <a:lstStyle/>
          <a:p>
            <a:fld id="{7E164E99-763A-4EC5-8646-559172BB83B0}" type="slidenum">
              <a:rPr lang="en-GB" smtClean="0"/>
              <a:t>‹#›</a:t>
            </a:fld>
            <a:endParaRPr lang="en-GB"/>
          </a:p>
        </p:txBody>
      </p:sp>
    </p:spTree>
    <p:extLst>
      <p:ext uri="{BB962C8B-B14F-4D97-AF65-F5344CB8AC3E}">
        <p14:creationId xmlns:p14="http://schemas.microsoft.com/office/powerpoint/2010/main" val="3759623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5A05C4-6463-431A-B873-5B498EC36AAD}"/>
              </a:ext>
            </a:extLst>
          </p:cNvPr>
          <p:cNvSpPr>
            <a:spLocks noGrp="1"/>
          </p:cNvSpPr>
          <p:nvPr>
            <p:ph type="dt" sz="half" idx="10"/>
          </p:nvPr>
        </p:nvSpPr>
        <p:spPr/>
        <p:txBody>
          <a:bodyPr/>
          <a:lstStyle/>
          <a:p>
            <a:fld id="{F7B2B4E8-A455-40FD-986B-F2D064E26289}" type="datetimeFigureOut">
              <a:rPr lang="en-GB" smtClean="0"/>
              <a:t>12/02/2026</a:t>
            </a:fld>
            <a:endParaRPr lang="en-GB"/>
          </a:p>
        </p:txBody>
      </p:sp>
      <p:sp>
        <p:nvSpPr>
          <p:cNvPr id="3" name="Footer Placeholder 2">
            <a:extLst>
              <a:ext uri="{FF2B5EF4-FFF2-40B4-BE49-F238E27FC236}">
                <a16:creationId xmlns:a16="http://schemas.microsoft.com/office/drawing/2014/main" id="{CBE70AF1-A021-49DB-95C9-604E053CFF4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275B5BB-5EAA-454C-8719-DBD8647DFE88}"/>
              </a:ext>
            </a:extLst>
          </p:cNvPr>
          <p:cNvSpPr>
            <a:spLocks noGrp="1"/>
          </p:cNvSpPr>
          <p:nvPr>
            <p:ph type="sldNum" sz="quarter" idx="12"/>
          </p:nvPr>
        </p:nvSpPr>
        <p:spPr/>
        <p:txBody>
          <a:bodyPr/>
          <a:lstStyle/>
          <a:p>
            <a:fld id="{7E164E99-763A-4EC5-8646-559172BB83B0}" type="slidenum">
              <a:rPr lang="en-GB" smtClean="0"/>
              <a:t>‹#›</a:t>
            </a:fld>
            <a:endParaRPr lang="en-GB"/>
          </a:p>
        </p:txBody>
      </p:sp>
    </p:spTree>
    <p:extLst>
      <p:ext uri="{BB962C8B-B14F-4D97-AF65-F5344CB8AC3E}">
        <p14:creationId xmlns:p14="http://schemas.microsoft.com/office/powerpoint/2010/main" val="42731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FF4B1-2519-4377-A001-882E67CF5E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F759F95-8A8B-4336-8E59-A6B690EA6F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A00D747-A19E-4CFF-B2A4-DAB8705A60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A25CD9C-55A1-4C02-B1E9-1C044A29F558}"/>
              </a:ext>
            </a:extLst>
          </p:cNvPr>
          <p:cNvSpPr>
            <a:spLocks noGrp="1"/>
          </p:cNvSpPr>
          <p:nvPr>
            <p:ph type="dt" sz="half" idx="10"/>
          </p:nvPr>
        </p:nvSpPr>
        <p:spPr/>
        <p:txBody>
          <a:bodyPr/>
          <a:lstStyle/>
          <a:p>
            <a:fld id="{F7B2B4E8-A455-40FD-986B-F2D064E26289}" type="datetimeFigureOut">
              <a:rPr lang="en-GB" smtClean="0"/>
              <a:t>12/02/2026</a:t>
            </a:fld>
            <a:endParaRPr lang="en-GB"/>
          </a:p>
        </p:txBody>
      </p:sp>
      <p:sp>
        <p:nvSpPr>
          <p:cNvPr id="6" name="Footer Placeholder 5">
            <a:extLst>
              <a:ext uri="{FF2B5EF4-FFF2-40B4-BE49-F238E27FC236}">
                <a16:creationId xmlns:a16="http://schemas.microsoft.com/office/drawing/2014/main" id="{4639534B-DA47-49C5-8691-BE8ED16D698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F29B39F-2445-4864-AE25-8B983BD38799}"/>
              </a:ext>
            </a:extLst>
          </p:cNvPr>
          <p:cNvSpPr>
            <a:spLocks noGrp="1"/>
          </p:cNvSpPr>
          <p:nvPr>
            <p:ph type="sldNum" sz="quarter" idx="12"/>
          </p:nvPr>
        </p:nvSpPr>
        <p:spPr/>
        <p:txBody>
          <a:bodyPr/>
          <a:lstStyle/>
          <a:p>
            <a:fld id="{7E164E99-763A-4EC5-8646-559172BB83B0}" type="slidenum">
              <a:rPr lang="en-GB" smtClean="0"/>
              <a:t>‹#›</a:t>
            </a:fld>
            <a:endParaRPr lang="en-GB"/>
          </a:p>
        </p:txBody>
      </p:sp>
    </p:spTree>
    <p:extLst>
      <p:ext uri="{BB962C8B-B14F-4D97-AF65-F5344CB8AC3E}">
        <p14:creationId xmlns:p14="http://schemas.microsoft.com/office/powerpoint/2010/main" val="3681326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E7FCD-3711-4E86-8A79-6620A799FE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8184661-6D9A-412E-BA16-5CE9A09791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5A6679A-07BF-4072-B6E1-A99FFB70A8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849C670-9421-47D6-BC59-F3B3C63D6512}"/>
              </a:ext>
            </a:extLst>
          </p:cNvPr>
          <p:cNvSpPr>
            <a:spLocks noGrp="1"/>
          </p:cNvSpPr>
          <p:nvPr>
            <p:ph type="dt" sz="half" idx="10"/>
          </p:nvPr>
        </p:nvSpPr>
        <p:spPr/>
        <p:txBody>
          <a:bodyPr/>
          <a:lstStyle/>
          <a:p>
            <a:fld id="{F7B2B4E8-A455-40FD-986B-F2D064E26289}" type="datetimeFigureOut">
              <a:rPr lang="en-GB" smtClean="0"/>
              <a:t>12/02/2026</a:t>
            </a:fld>
            <a:endParaRPr lang="en-GB"/>
          </a:p>
        </p:txBody>
      </p:sp>
      <p:sp>
        <p:nvSpPr>
          <p:cNvPr id="6" name="Footer Placeholder 5">
            <a:extLst>
              <a:ext uri="{FF2B5EF4-FFF2-40B4-BE49-F238E27FC236}">
                <a16:creationId xmlns:a16="http://schemas.microsoft.com/office/drawing/2014/main" id="{9DCFE632-5519-4FBF-A74B-E8E206124A9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41AD9C1-222E-4809-B436-ECE0448ED65A}"/>
              </a:ext>
            </a:extLst>
          </p:cNvPr>
          <p:cNvSpPr>
            <a:spLocks noGrp="1"/>
          </p:cNvSpPr>
          <p:nvPr>
            <p:ph type="sldNum" sz="quarter" idx="12"/>
          </p:nvPr>
        </p:nvSpPr>
        <p:spPr/>
        <p:txBody>
          <a:bodyPr/>
          <a:lstStyle/>
          <a:p>
            <a:fld id="{7E164E99-763A-4EC5-8646-559172BB83B0}" type="slidenum">
              <a:rPr lang="en-GB" smtClean="0"/>
              <a:t>‹#›</a:t>
            </a:fld>
            <a:endParaRPr lang="en-GB"/>
          </a:p>
        </p:txBody>
      </p:sp>
    </p:spTree>
    <p:extLst>
      <p:ext uri="{BB962C8B-B14F-4D97-AF65-F5344CB8AC3E}">
        <p14:creationId xmlns:p14="http://schemas.microsoft.com/office/powerpoint/2010/main" val="1609907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4DAA1-B8C4-4E8B-B4FF-6AC27280218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2F8EC78-3B20-4389-9FC9-A8D726D78A0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0D71722-C92B-4289-8A6C-8A32F2B6DC53}"/>
              </a:ext>
            </a:extLst>
          </p:cNvPr>
          <p:cNvSpPr>
            <a:spLocks noGrp="1"/>
          </p:cNvSpPr>
          <p:nvPr>
            <p:ph type="dt" sz="half" idx="10"/>
          </p:nvPr>
        </p:nvSpPr>
        <p:spPr/>
        <p:txBody>
          <a:bodyPr/>
          <a:lstStyle/>
          <a:p>
            <a:fld id="{F7B2B4E8-A455-40FD-986B-F2D064E26289}" type="datetimeFigureOut">
              <a:rPr lang="en-GB" smtClean="0"/>
              <a:t>12/02/2026</a:t>
            </a:fld>
            <a:endParaRPr lang="en-GB"/>
          </a:p>
        </p:txBody>
      </p:sp>
      <p:sp>
        <p:nvSpPr>
          <p:cNvPr id="5" name="Footer Placeholder 4">
            <a:extLst>
              <a:ext uri="{FF2B5EF4-FFF2-40B4-BE49-F238E27FC236}">
                <a16:creationId xmlns:a16="http://schemas.microsoft.com/office/drawing/2014/main" id="{408FD188-CBC9-4606-9E2B-4AD72236797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C73E5EC-2D21-4FAC-B924-313FF0DE1CFA}"/>
              </a:ext>
            </a:extLst>
          </p:cNvPr>
          <p:cNvSpPr>
            <a:spLocks noGrp="1"/>
          </p:cNvSpPr>
          <p:nvPr>
            <p:ph type="sldNum" sz="quarter" idx="12"/>
          </p:nvPr>
        </p:nvSpPr>
        <p:spPr/>
        <p:txBody>
          <a:bodyPr/>
          <a:lstStyle/>
          <a:p>
            <a:fld id="{7E164E99-763A-4EC5-8646-559172BB83B0}" type="slidenum">
              <a:rPr lang="en-GB" smtClean="0"/>
              <a:t>‹#›</a:t>
            </a:fld>
            <a:endParaRPr lang="en-GB"/>
          </a:p>
        </p:txBody>
      </p:sp>
    </p:spTree>
    <p:extLst>
      <p:ext uri="{BB962C8B-B14F-4D97-AF65-F5344CB8AC3E}">
        <p14:creationId xmlns:p14="http://schemas.microsoft.com/office/powerpoint/2010/main" val="1721987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2DF47F-6DFB-472E-853C-5749B4B9598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AD19C71-747D-401C-A65B-F8B311BEA2A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35CFE7F-0D89-4F78-A2AA-0DC35139031A}"/>
              </a:ext>
            </a:extLst>
          </p:cNvPr>
          <p:cNvSpPr>
            <a:spLocks noGrp="1"/>
          </p:cNvSpPr>
          <p:nvPr>
            <p:ph type="dt" sz="half" idx="10"/>
          </p:nvPr>
        </p:nvSpPr>
        <p:spPr/>
        <p:txBody>
          <a:bodyPr/>
          <a:lstStyle/>
          <a:p>
            <a:fld id="{F7B2B4E8-A455-40FD-986B-F2D064E26289}" type="datetimeFigureOut">
              <a:rPr lang="en-GB" smtClean="0"/>
              <a:t>12/02/2026</a:t>
            </a:fld>
            <a:endParaRPr lang="en-GB"/>
          </a:p>
        </p:txBody>
      </p:sp>
      <p:sp>
        <p:nvSpPr>
          <p:cNvPr id="5" name="Footer Placeholder 4">
            <a:extLst>
              <a:ext uri="{FF2B5EF4-FFF2-40B4-BE49-F238E27FC236}">
                <a16:creationId xmlns:a16="http://schemas.microsoft.com/office/drawing/2014/main" id="{71C9E2BA-BF7E-433B-9619-09601CFA91E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D2C32B2-62B3-45F3-A3FF-70CB75053E3C}"/>
              </a:ext>
            </a:extLst>
          </p:cNvPr>
          <p:cNvSpPr>
            <a:spLocks noGrp="1"/>
          </p:cNvSpPr>
          <p:nvPr>
            <p:ph type="sldNum" sz="quarter" idx="12"/>
          </p:nvPr>
        </p:nvSpPr>
        <p:spPr/>
        <p:txBody>
          <a:bodyPr/>
          <a:lstStyle/>
          <a:p>
            <a:fld id="{7E164E99-763A-4EC5-8646-559172BB83B0}" type="slidenum">
              <a:rPr lang="en-GB" smtClean="0"/>
              <a:t>‹#›</a:t>
            </a:fld>
            <a:endParaRPr lang="en-GB"/>
          </a:p>
        </p:txBody>
      </p:sp>
    </p:spTree>
    <p:extLst>
      <p:ext uri="{BB962C8B-B14F-4D97-AF65-F5344CB8AC3E}">
        <p14:creationId xmlns:p14="http://schemas.microsoft.com/office/powerpoint/2010/main" val="42518139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ECEB9774-068B-4E21-A225-B176F282C4DE}" type="datetimeFigureOut">
              <a:rPr lang="en-GB" smtClean="0"/>
              <a:t>11/02/2026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4255748-BA38-4A16-91AB-D36C7E18FF4A}" type="slidenum">
              <a:rPr lang="en-GB" smtClean="0"/>
              <a:t>‹#›</a:t>
            </a:fld>
            <a:endParaRPr lang="en-GB"/>
          </a:p>
        </p:txBody>
      </p:sp>
    </p:spTree>
    <p:extLst>
      <p:ext uri="{BB962C8B-B14F-4D97-AF65-F5344CB8AC3E}">
        <p14:creationId xmlns:p14="http://schemas.microsoft.com/office/powerpoint/2010/main" val="9775292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CEB9774-068B-4E21-A225-B176F282C4DE}" type="datetimeFigureOut">
              <a:rPr lang="en-GB" smtClean="0"/>
              <a:t>11/02/2026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4255748-BA38-4A16-91AB-D36C7E18FF4A}" type="slidenum">
              <a:rPr lang="en-GB" smtClean="0"/>
              <a:t>‹#›</a:t>
            </a:fld>
            <a:endParaRPr lang="en-GB"/>
          </a:p>
        </p:txBody>
      </p:sp>
    </p:spTree>
    <p:extLst>
      <p:ext uri="{BB962C8B-B14F-4D97-AF65-F5344CB8AC3E}">
        <p14:creationId xmlns:p14="http://schemas.microsoft.com/office/powerpoint/2010/main" val="470885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CEB9774-068B-4E21-A225-B176F282C4DE}" type="datetimeFigureOut">
              <a:rPr lang="en-GB" smtClean="0"/>
              <a:t>11/02/2026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4255748-BA38-4A16-91AB-D36C7E18FF4A}" type="slidenum">
              <a:rPr lang="en-GB" smtClean="0"/>
              <a:t>‹#›</a:t>
            </a:fld>
            <a:endParaRPr lang="en-GB"/>
          </a:p>
        </p:txBody>
      </p:sp>
    </p:spTree>
    <p:extLst>
      <p:ext uri="{BB962C8B-B14F-4D97-AF65-F5344CB8AC3E}">
        <p14:creationId xmlns:p14="http://schemas.microsoft.com/office/powerpoint/2010/main" val="7719290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ECEB9774-068B-4E21-A225-B176F282C4DE}" type="datetimeFigureOut">
              <a:rPr lang="en-GB" smtClean="0"/>
              <a:t>11/02/2026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4255748-BA38-4A16-91AB-D36C7E18FF4A}" type="slidenum">
              <a:rPr lang="en-GB" smtClean="0"/>
              <a:t>‹#›</a:t>
            </a:fld>
            <a:endParaRPr lang="en-GB"/>
          </a:p>
        </p:txBody>
      </p:sp>
    </p:spTree>
    <p:extLst>
      <p:ext uri="{BB962C8B-B14F-4D97-AF65-F5344CB8AC3E}">
        <p14:creationId xmlns:p14="http://schemas.microsoft.com/office/powerpoint/2010/main" val="30444557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ECEB9774-068B-4E21-A225-B176F282C4DE}" type="datetimeFigureOut">
              <a:rPr lang="en-GB" smtClean="0"/>
              <a:t>11/02/2026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4255748-BA38-4A16-91AB-D36C7E18FF4A}" type="slidenum">
              <a:rPr lang="en-GB" smtClean="0"/>
              <a:t>‹#›</a:t>
            </a:fld>
            <a:endParaRPr lang="en-GB"/>
          </a:p>
        </p:txBody>
      </p:sp>
    </p:spTree>
    <p:extLst>
      <p:ext uri="{BB962C8B-B14F-4D97-AF65-F5344CB8AC3E}">
        <p14:creationId xmlns:p14="http://schemas.microsoft.com/office/powerpoint/2010/main" val="7654676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ECEB9774-068B-4E21-A225-B176F282C4DE}" type="datetimeFigureOut">
              <a:rPr lang="en-GB" smtClean="0"/>
              <a:t>11/02/2026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4255748-BA38-4A16-91AB-D36C7E18FF4A}" type="slidenum">
              <a:rPr lang="en-GB" smtClean="0"/>
              <a:t>‹#›</a:t>
            </a:fld>
            <a:endParaRPr lang="en-GB"/>
          </a:p>
        </p:txBody>
      </p:sp>
    </p:spTree>
    <p:extLst>
      <p:ext uri="{BB962C8B-B14F-4D97-AF65-F5344CB8AC3E}">
        <p14:creationId xmlns:p14="http://schemas.microsoft.com/office/powerpoint/2010/main" val="36734082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EB9774-068B-4E21-A225-B176F282C4DE}" type="datetimeFigureOut">
              <a:rPr lang="en-GB" smtClean="0"/>
              <a:t>11/02/2026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4255748-BA38-4A16-91AB-D36C7E18FF4A}" type="slidenum">
              <a:rPr lang="en-GB" smtClean="0"/>
              <a:t>‹#›</a:t>
            </a:fld>
            <a:endParaRPr lang="en-GB"/>
          </a:p>
        </p:txBody>
      </p:sp>
    </p:spTree>
    <p:extLst>
      <p:ext uri="{BB962C8B-B14F-4D97-AF65-F5344CB8AC3E}">
        <p14:creationId xmlns:p14="http://schemas.microsoft.com/office/powerpoint/2010/main" val="24643457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EB9774-068B-4E21-A225-B176F282C4DE}" type="datetimeFigureOut">
              <a:rPr lang="en-GB" smtClean="0"/>
              <a:t>11/02/2026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4255748-BA38-4A16-91AB-D36C7E18FF4A}" type="slidenum">
              <a:rPr lang="en-GB" smtClean="0"/>
              <a:t>‹#›</a:t>
            </a:fld>
            <a:endParaRPr lang="en-GB"/>
          </a:p>
        </p:txBody>
      </p:sp>
    </p:spTree>
    <p:extLst>
      <p:ext uri="{BB962C8B-B14F-4D97-AF65-F5344CB8AC3E}">
        <p14:creationId xmlns:p14="http://schemas.microsoft.com/office/powerpoint/2010/main" val="19655393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EB9774-068B-4E21-A225-B176F282C4DE}" type="datetimeFigureOut">
              <a:rPr lang="en-GB" smtClean="0"/>
              <a:t>11/02/2026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4255748-BA38-4A16-91AB-D36C7E18FF4A}" type="slidenum">
              <a:rPr lang="en-GB" smtClean="0"/>
              <a:t>‹#›</a:t>
            </a:fld>
            <a:endParaRPr lang="en-GB"/>
          </a:p>
        </p:txBody>
      </p:sp>
    </p:spTree>
    <p:extLst>
      <p:ext uri="{BB962C8B-B14F-4D97-AF65-F5344CB8AC3E}">
        <p14:creationId xmlns:p14="http://schemas.microsoft.com/office/powerpoint/2010/main" val="18026974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CEB9774-068B-4E21-A225-B176F282C4DE}" type="datetimeFigureOut">
              <a:rPr lang="en-GB" smtClean="0"/>
              <a:t>11/02/2026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4255748-BA38-4A16-91AB-D36C7E18FF4A}" type="slidenum">
              <a:rPr lang="en-GB" smtClean="0"/>
              <a:t>‹#›</a:t>
            </a:fld>
            <a:endParaRPr lang="en-GB"/>
          </a:p>
        </p:txBody>
      </p:sp>
    </p:spTree>
    <p:extLst>
      <p:ext uri="{BB962C8B-B14F-4D97-AF65-F5344CB8AC3E}">
        <p14:creationId xmlns:p14="http://schemas.microsoft.com/office/powerpoint/2010/main" val="5939008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CEB9774-068B-4E21-A225-B176F282C4DE}" type="datetimeFigureOut">
              <a:rPr lang="en-GB" smtClean="0"/>
              <a:t>11/02/2026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4255748-BA38-4A16-91AB-D36C7E18FF4A}" type="slidenum">
              <a:rPr lang="en-GB" smtClean="0"/>
              <a:t>‹#›</a:t>
            </a:fld>
            <a:endParaRPr lang="en-GB"/>
          </a:p>
        </p:txBody>
      </p:sp>
    </p:spTree>
    <p:extLst>
      <p:ext uri="{BB962C8B-B14F-4D97-AF65-F5344CB8AC3E}">
        <p14:creationId xmlns:p14="http://schemas.microsoft.com/office/powerpoint/2010/main" val="1151802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1A6FAA-B466-4057-8491-17DE99C6E6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FA4BE11-62C1-4889-BFA3-EDD3621AF9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FA6664F-0623-491F-8E54-CE0E6F3846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B2B4E8-A455-40FD-986B-F2D064E26289}" type="datetimeFigureOut">
              <a:rPr lang="en-GB" smtClean="0"/>
              <a:t>12/02/2026</a:t>
            </a:fld>
            <a:endParaRPr lang="en-GB"/>
          </a:p>
        </p:txBody>
      </p:sp>
      <p:sp>
        <p:nvSpPr>
          <p:cNvPr id="5" name="Footer Placeholder 4">
            <a:extLst>
              <a:ext uri="{FF2B5EF4-FFF2-40B4-BE49-F238E27FC236}">
                <a16:creationId xmlns:a16="http://schemas.microsoft.com/office/drawing/2014/main" id="{0B2672CC-E129-4293-A765-4E5A695107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6ECBC5ED-0EE1-4E58-AD6B-C35A787F4F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164E99-763A-4EC5-8646-559172BB83B0}" type="slidenum">
              <a:rPr lang="en-GB" smtClean="0"/>
              <a:t>‹#›</a:t>
            </a:fld>
            <a:endParaRPr lang="en-GB"/>
          </a:p>
        </p:txBody>
      </p:sp>
    </p:spTree>
    <p:extLst>
      <p:ext uri="{BB962C8B-B14F-4D97-AF65-F5344CB8AC3E}">
        <p14:creationId xmlns:p14="http://schemas.microsoft.com/office/powerpoint/2010/main" val="24425512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EB9774-068B-4E21-A225-B176F282C4DE}" type="datetimeFigureOut">
              <a:rPr lang="en-GB" smtClean="0"/>
              <a:t>11/02/2026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255748-BA38-4A16-91AB-D36C7E18FF4A}" type="slidenum">
              <a:rPr lang="en-GB" smtClean="0"/>
              <a:t>‹#›</a:t>
            </a:fld>
            <a:endParaRPr lang="en-GB"/>
          </a:p>
        </p:txBody>
      </p:sp>
    </p:spTree>
    <p:extLst>
      <p:ext uri="{BB962C8B-B14F-4D97-AF65-F5344CB8AC3E}">
        <p14:creationId xmlns:p14="http://schemas.microsoft.com/office/powerpoint/2010/main" val="13693620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87F6474-5457-4D81-823D-8C900766B35D}"/>
              </a:ext>
            </a:extLst>
          </p:cNvPr>
          <p:cNvSpPr>
            <a:spLocks noGrp="1"/>
          </p:cNvSpPr>
          <p:nvPr>
            <p:ph type="subTitle" idx="1"/>
          </p:nvPr>
        </p:nvSpPr>
        <p:spPr/>
        <p:txBody>
          <a:bodyPr/>
          <a:lstStyle/>
          <a:p>
            <a:r>
              <a:rPr lang="en-GB" dirty="0"/>
              <a:t>Dr Hui Cheng</a:t>
            </a:r>
          </a:p>
          <a:p>
            <a:r>
              <a:rPr lang="en-GB" dirty="0"/>
              <a:t>Feb 2026</a:t>
            </a:r>
          </a:p>
        </p:txBody>
      </p:sp>
      <p:sp>
        <p:nvSpPr>
          <p:cNvPr id="4" name="Title 1">
            <a:extLst>
              <a:ext uri="{FF2B5EF4-FFF2-40B4-BE49-F238E27FC236}">
                <a16:creationId xmlns:a16="http://schemas.microsoft.com/office/drawing/2014/main" id="{F90DA6D4-7079-40C4-B8B3-A66AB73A1EF4}"/>
              </a:ext>
            </a:extLst>
          </p:cNvPr>
          <p:cNvSpPr>
            <a:spLocks noGrp="1"/>
          </p:cNvSpPr>
          <p:nvPr>
            <p:ph type="ctrTitle"/>
          </p:nvPr>
        </p:nvSpPr>
        <p:spPr>
          <a:xfrm>
            <a:off x="1524000" y="1122363"/>
            <a:ext cx="9144000" cy="2387600"/>
          </a:xfrm>
        </p:spPr>
        <p:txBody>
          <a:bodyPr/>
          <a:lstStyle/>
          <a:p>
            <a:r>
              <a:rPr lang="en-US" altLang="zh-CN" dirty="0"/>
              <a:t>7COM1025</a:t>
            </a:r>
            <a:r>
              <a:rPr lang="en-US" dirty="0"/>
              <a:t> Coursework</a:t>
            </a:r>
            <a:br>
              <a:rPr lang="en-US" dirty="0"/>
            </a:br>
            <a:endParaRPr lang="en-GB" dirty="0"/>
          </a:p>
        </p:txBody>
      </p:sp>
    </p:spTree>
    <p:extLst>
      <p:ext uri="{BB962C8B-B14F-4D97-AF65-F5344CB8AC3E}">
        <p14:creationId xmlns:p14="http://schemas.microsoft.com/office/powerpoint/2010/main" val="780026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49C93-2009-49DC-AADD-E0067109128D}"/>
              </a:ext>
            </a:extLst>
          </p:cNvPr>
          <p:cNvSpPr>
            <a:spLocks noGrp="1"/>
          </p:cNvSpPr>
          <p:nvPr>
            <p:ph type="title"/>
          </p:nvPr>
        </p:nvSpPr>
        <p:spPr/>
        <p:txBody>
          <a:bodyPr/>
          <a:lstStyle/>
          <a:p>
            <a:endParaRPr lang="en-GB"/>
          </a:p>
        </p:txBody>
      </p:sp>
      <p:sp>
        <p:nvSpPr>
          <p:cNvPr id="4" name="Content Placeholder 2">
            <a:extLst>
              <a:ext uri="{FF2B5EF4-FFF2-40B4-BE49-F238E27FC236}">
                <a16:creationId xmlns:a16="http://schemas.microsoft.com/office/drawing/2014/main" id="{2B655578-D92B-4D41-AF31-F690333BD0F0}"/>
              </a:ext>
            </a:extLst>
          </p:cNvPr>
          <p:cNvSpPr>
            <a:spLocks noGrp="1"/>
          </p:cNvSpPr>
          <p:nvPr>
            <p:ph idx="1"/>
          </p:nvPr>
        </p:nvSpPr>
        <p:spPr>
          <a:xfrm>
            <a:off x="838200" y="1825625"/>
            <a:ext cx="10515600" cy="4351338"/>
          </a:xfrm>
        </p:spPr>
        <p:txBody>
          <a:bodyPr>
            <a:normAutofit/>
          </a:bodyPr>
          <a:lstStyle/>
          <a:p>
            <a:r>
              <a:rPr lang="en-GB" dirty="0"/>
              <a:t>Implement a system according to the following description</a:t>
            </a:r>
          </a:p>
          <a:p>
            <a:pPr lvl="1"/>
            <a:r>
              <a:rPr lang="en-GB" dirty="0"/>
              <a:t>The </a:t>
            </a:r>
            <a:r>
              <a:rPr lang="en-GB" dirty="0" err="1"/>
              <a:t>Furzefield</a:t>
            </a:r>
            <a:r>
              <a:rPr lang="en-GB" dirty="0"/>
              <a:t> Leisure Centre (FLC) needs software for managing the bookings of group exercise lessons made by the members.</a:t>
            </a:r>
          </a:p>
          <a:p>
            <a:pPr lvl="2"/>
            <a:r>
              <a:rPr lang="en-GB" dirty="0"/>
              <a:t>The centre offers different group exercise lessons on both Saturday and Sunday.</a:t>
            </a:r>
          </a:p>
          <a:p>
            <a:pPr lvl="2"/>
            <a:r>
              <a:rPr lang="en-GB" dirty="0"/>
              <a:t>The lessons could be Yoga, Zumba, Aquacise, Box Fit, Body Blitz, etc. Each lesson can accommodate 4 members at most. </a:t>
            </a:r>
          </a:p>
          <a:p>
            <a:pPr lvl="2"/>
            <a:r>
              <a:rPr lang="en-GB" dirty="0"/>
              <a:t>For either day (Saturday or Sunday), there are 3 lessons per day: 1 in the morning, 1 in the afternoon, 1 in the evening. </a:t>
            </a:r>
          </a:p>
          <a:p>
            <a:pPr lvl="2"/>
            <a:r>
              <a:rPr lang="en-GB" dirty="0"/>
              <a:t>The price of each different type of lesson is different. The lesson price for the same exercise will remain the same even if they run at a different time.</a:t>
            </a:r>
          </a:p>
        </p:txBody>
      </p:sp>
    </p:spTree>
    <p:extLst>
      <p:ext uri="{BB962C8B-B14F-4D97-AF65-F5344CB8AC3E}">
        <p14:creationId xmlns:p14="http://schemas.microsoft.com/office/powerpoint/2010/main" val="24278261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CD32C-A61B-4BCD-8642-98032F2B0491}"/>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B61D2DEB-9D43-42BC-AB48-5D448FD724A9}"/>
              </a:ext>
            </a:extLst>
          </p:cNvPr>
          <p:cNvSpPr>
            <a:spLocks noGrp="1"/>
          </p:cNvSpPr>
          <p:nvPr>
            <p:ph idx="1"/>
          </p:nvPr>
        </p:nvSpPr>
        <p:spPr>
          <a:xfrm>
            <a:off x="838200" y="1690688"/>
            <a:ext cx="10515600" cy="4523500"/>
          </a:xfrm>
        </p:spPr>
        <p:txBody>
          <a:bodyPr>
            <a:normAutofit lnSpcReduction="10000"/>
          </a:bodyPr>
          <a:lstStyle/>
          <a:p>
            <a:pPr lvl="1"/>
            <a:r>
              <a:rPr lang="en-GB" dirty="0"/>
              <a:t>A member who wants to book a lesson needs to first check the timetable and then select a lesson. On the timetable, there are 6 lessons for each weekend.</a:t>
            </a:r>
          </a:p>
          <a:p>
            <a:pPr lvl="1"/>
            <a:r>
              <a:rPr lang="en-GB" dirty="0"/>
              <a:t>A member can view the timetable by two ways:</a:t>
            </a:r>
          </a:p>
          <a:p>
            <a:pPr lvl="2"/>
            <a:r>
              <a:rPr lang="en-GB" dirty="0"/>
              <a:t>one is by specifying the day (must be Saturday or Sunday);</a:t>
            </a:r>
          </a:p>
          <a:p>
            <a:pPr lvl="2"/>
            <a:r>
              <a:rPr lang="en-GB" dirty="0"/>
              <a:t>the other is by specifying the exercise name, e.g., Yoga. </a:t>
            </a:r>
          </a:p>
          <a:p>
            <a:pPr lvl="1"/>
            <a:r>
              <a:rPr lang="en-GB" dirty="0"/>
              <a:t>Members are allowed to change a booking, provided there are still spaces available for the newly selected lesson. A member can book as many lessons as they want, but no duplicate booking is allowed. Members are also allowed to cancel a booking before the booked lesson was attended.</a:t>
            </a:r>
          </a:p>
          <a:p>
            <a:pPr lvl="1"/>
            <a:r>
              <a:rPr lang="en-GB" dirty="0"/>
              <a:t>After each group exercise lesson, members are able to </a:t>
            </a:r>
            <a:r>
              <a:rPr lang="en-GB" b="1" dirty="0"/>
              <a:t>write a review</a:t>
            </a:r>
            <a:r>
              <a:rPr lang="en-GB" dirty="0"/>
              <a:t> of the lesson they have attended and </a:t>
            </a:r>
            <a:r>
              <a:rPr lang="en-GB" b="1" dirty="0"/>
              <a:t>provide a numerical rating</a:t>
            </a:r>
            <a:r>
              <a:rPr lang="en-GB" dirty="0"/>
              <a:t> of the lesson ranging from 1 to 5 (1: Very dissatisfied, 2: Dissatisfied, 3: Ok, 4: Satisfied, 5: Very Satisfied). The review and rating information will be recorded in the system.</a:t>
            </a:r>
          </a:p>
        </p:txBody>
      </p:sp>
    </p:spTree>
    <p:extLst>
      <p:ext uri="{BB962C8B-B14F-4D97-AF65-F5344CB8AC3E}">
        <p14:creationId xmlns:p14="http://schemas.microsoft.com/office/powerpoint/2010/main" val="567631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86238-C515-460B-80EE-2BCEA42A5D10}"/>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AB05BEB4-BF16-46BC-8D57-902C92B76B2D}"/>
              </a:ext>
            </a:extLst>
          </p:cNvPr>
          <p:cNvSpPr>
            <a:spLocks noGrp="1"/>
          </p:cNvSpPr>
          <p:nvPr>
            <p:ph idx="1"/>
          </p:nvPr>
        </p:nvSpPr>
        <p:spPr/>
        <p:txBody>
          <a:bodyPr/>
          <a:lstStyle/>
          <a:p>
            <a:pPr lvl="1"/>
            <a:r>
              <a:rPr lang="en-GB" dirty="0"/>
              <a:t>After four weekends (i.e., 8 days), the software system must print: </a:t>
            </a:r>
          </a:p>
          <a:p>
            <a:pPr lvl="2"/>
            <a:r>
              <a:rPr lang="en-GB" dirty="0"/>
              <a:t>a report containing the number of members per group exercise lesson on each of the 8 days, along with the average rating of each lesson;</a:t>
            </a:r>
          </a:p>
          <a:p>
            <a:pPr lvl="2"/>
            <a:r>
              <a:rPr lang="en-GB" dirty="0"/>
              <a:t>a report containing the exercise which has generated the highest income, counting all the same type of lessons together. You need to list the incomes for each type of exercise lesson.</a:t>
            </a:r>
          </a:p>
        </p:txBody>
      </p:sp>
    </p:spTree>
    <p:extLst>
      <p:ext uri="{BB962C8B-B14F-4D97-AF65-F5344CB8AC3E}">
        <p14:creationId xmlns:p14="http://schemas.microsoft.com/office/powerpoint/2010/main" val="1484097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BFED3-1209-4276-8CEC-8DFC918FBF40}"/>
              </a:ext>
            </a:extLst>
          </p:cNvPr>
          <p:cNvSpPr>
            <a:spLocks noGrp="1"/>
          </p:cNvSpPr>
          <p:nvPr>
            <p:ph type="title"/>
          </p:nvPr>
        </p:nvSpPr>
        <p:spPr/>
        <p:txBody>
          <a:bodyPr/>
          <a:lstStyle/>
          <a:p>
            <a:endParaRPr lang="en-GB"/>
          </a:p>
        </p:txBody>
      </p:sp>
      <p:sp>
        <p:nvSpPr>
          <p:cNvPr id="4" name="Content Placeholder 2">
            <a:extLst>
              <a:ext uri="{FF2B5EF4-FFF2-40B4-BE49-F238E27FC236}">
                <a16:creationId xmlns:a16="http://schemas.microsoft.com/office/drawing/2014/main" id="{07F957BB-EBE7-4638-8277-B5CA20CD0F23}"/>
              </a:ext>
            </a:extLst>
          </p:cNvPr>
          <p:cNvSpPr>
            <a:spLocks noGrp="1"/>
          </p:cNvSpPr>
          <p:nvPr>
            <p:ph idx="1"/>
          </p:nvPr>
        </p:nvSpPr>
        <p:spPr>
          <a:xfrm>
            <a:off x="838200" y="1825625"/>
            <a:ext cx="10515600" cy="4351338"/>
          </a:xfrm>
        </p:spPr>
        <p:txBody>
          <a:bodyPr>
            <a:normAutofit/>
          </a:bodyPr>
          <a:lstStyle/>
          <a:p>
            <a:r>
              <a:rPr lang="en-GB" dirty="0"/>
              <a:t>In your final deliverable </a:t>
            </a:r>
          </a:p>
          <a:p>
            <a:pPr lvl="1"/>
            <a:r>
              <a:rPr lang="en-GB" dirty="0"/>
              <a:t>you need to design at least 8 weekends of timetable (i.e., 48 lessons) by yourself and cover at least 4 different types of group exercise lessons;</a:t>
            </a:r>
          </a:p>
          <a:p>
            <a:pPr lvl="1"/>
            <a:r>
              <a:rPr lang="en-GB" dirty="0"/>
              <a:t>you need to specify the price for each type of group exercise lesson;</a:t>
            </a:r>
          </a:p>
          <a:p>
            <a:pPr lvl="1"/>
            <a:r>
              <a:rPr lang="en-GB" dirty="0"/>
              <a:t>all the members may be assumed to be pre-registered or you can provide a functionality to add members to the system.</a:t>
            </a:r>
          </a:p>
          <a:p>
            <a:r>
              <a:rPr lang="en-GB" dirty="0"/>
              <a:t>Note: you do not need any kind of external database for this program. The final program should be self-contained. The reports can be printed to </a:t>
            </a:r>
            <a:r>
              <a:rPr lang="en-GB" dirty="0" err="1"/>
              <a:t>System.out</a:t>
            </a:r>
            <a:r>
              <a:rPr lang="en-GB" dirty="0"/>
              <a:t>, or output to a suitable GUI interface. You also do not need any kind of security protocol.</a:t>
            </a:r>
          </a:p>
        </p:txBody>
      </p:sp>
    </p:spTree>
    <p:extLst>
      <p:ext uri="{BB962C8B-B14F-4D97-AF65-F5344CB8AC3E}">
        <p14:creationId xmlns:p14="http://schemas.microsoft.com/office/powerpoint/2010/main" val="4079248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8E5B3-3455-4DEC-BE02-2FBB0E9988CF}"/>
              </a:ext>
            </a:extLst>
          </p:cNvPr>
          <p:cNvSpPr>
            <a:spLocks noGrp="1"/>
          </p:cNvSpPr>
          <p:nvPr>
            <p:ph type="title"/>
          </p:nvPr>
        </p:nvSpPr>
        <p:spPr>
          <a:xfrm>
            <a:off x="838200" y="365126"/>
            <a:ext cx="10122017" cy="964530"/>
          </a:xfrm>
        </p:spPr>
        <p:txBody>
          <a:bodyPr/>
          <a:lstStyle/>
          <a:p>
            <a:r>
              <a:rPr lang="en-GB" dirty="0"/>
              <a:t>Your tasks</a:t>
            </a:r>
          </a:p>
        </p:txBody>
      </p:sp>
      <p:sp>
        <p:nvSpPr>
          <p:cNvPr id="4" name="Content Placeholder 2">
            <a:extLst>
              <a:ext uri="{FF2B5EF4-FFF2-40B4-BE49-F238E27FC236}">
                <a16:creationId xmlns:a16="http://schemas.microsoft.com/office/drawing/2014/main" id="{6B07CDDA-8D27-4853-B760-4D28E694A7BC}"/>
              </a:ext>
            </a:extLst>
          </p:cNvPr>
          <p:cNvSpPr>
            <a:spLocks noGrp="1"/>
          </p:cNvSpPr>
          <p:nvPr>
            <p:ph idx="1"/>
          </p:nvPr>
        </p:nvSpPr>
        <p:spPr>
          <a:xfrm>
            <a:off x="838200" y="1431342"/>
            <a:ext cx="10515600" cy="4351338"/>
          </a:xfrm>
        </p:spPr>
        <p:txBody>
          <a:bodyPr>
            <a:normAutofit fontScale="77500" lnSpcReduction="20000"/>
          </a:bodyPr>
          <a:lstStyle/>
          <a:p>
            <a:pPr marL="0" indent="0">
              <a:buNone/>
            </a:pPr>
            <a:r>
              <a:rPr lang="en-GB" dirty="0"/>
              <a:t>	1.	Create a class diagram, highlighting the main Java classes in the system 			and their associations. Include the attributes and key methods.</a:t>
            </a:r>
          </a:p>
          <a:p>
            <a:pPr marL="0" indent="0">
              <a:buNone/>
            </a:pPr>
            <a:r>
              <a:rPr lang="en-GB" dirty="0"/>
              <a:t>	2.	Implement the system, using Junit tests to confirm the functionality. 			Record all the functionalities of your final program in a video.</a:t>
            </a:r>
          </a:p>
          <a:p>
            <a:pPr marL="0" indent="0">
              <a:buNone/>
            </a:pPr>
            <a:r>
              <a:rPr lang="en-GB" dirty="0"/>
              <a:t>	3.	Write a short report (ideally around 8 pages, but no page limit) describing 		your design and implementation.</a:t>
            </a:r>
          </a:p>
          <a:p>
            <a:pPr marL="0" indent="0">
              <a:buNone/>
            </a:pPr>
            <a:r>
              <a:rPr lang="en-GB" dirty="0"/>
              <a:t>	Discuss:</a:t>
            </a:r>
          </a:p>
          <a:p>
            <a:pPr marL="0" indent="0">
              <a:buNone/>
            </a:pPr>
            <a:r>
              <a:rPr lang="en-GB" dirty="0"/>
              <a:t>	a)	Any assumptions made about the system, in addition to the description in 		the coursework briefing sheet.</a:t>
            </a:r>
          </a:p>
          <a:p>
            <a:pPr marL="0" indent="0">
              <a:buNone/>
            </a:pPr>
            <a:r>
              <a:rPr lang="en-GB" dirty="0"/>
              <a:t>	b)	The overall structure and design of your system.</a:t>
            </a:r>
          </a:p>
          <a:p>
            <a:pPr marL="0" indent="0">
              <a:buNone/>
            </a:pPr>
            <a:r>
              <a:rPr lang="en-GB" dirty="0"/>
              <a:t>	c)	Any design patterns/design principles used.</a:t>
            </a:r>
          </a:p>
          <a:p>
            <a:pPr marL="0" indent="0">
              <a:buNone/>
            </a:pPr>
            <a:r>
              <a:rPr lang="en-GB" dirty="0"/>
              <a:t>	d)	The JUnit tests.</a:t>
            </a:r>
          </a:p>
          <a:p>
            <a:pPr marL="0" indent="0">
              <a:buNone/>
            </a:pPr>
            <a:r>
              <a:rPr lang="en-GB" dirty="0"/>
              <a:t>	e)	Any refactoring used during the development of the system.</a:t>
            </a:r>
          </a:p>
        </p:txBody>
      </p:sp>
      <p:sp>
        <p:nvSpPr>
          <p:cNvPr id="5" name="TextBox 4">
            <a:extLst>
              <a:ext uri="{FF2B5EF4-FFF2-40B4-BE49-F238E27FC236}">
                <a16:creationId xmlns:a16="http://schemas.microsoft.com/office/drawing/2014/main" id="{E1F70A77-A950-4544-9704-353629F21A5F}"/>
              </a:ext>
            </a:extLst>
          </p:cNvPr>
          <p:cNvSpPr txBox="1"/>
          <p:nvPr/>
        </p:nvSpPr>
        <p:spPr>
          <a:xfrm>
            <a:off x="687161" y="5884366"/>
            <a:ext cx="10666639"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In discussions, we want to see your reflections on this small project.</a:t>
            </a:r>
            <a:endPar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95292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85D12-1EC8-4968-96AA-B75D1EE564DF}"/>
              </a:ext>
            </a:extLst>
          </p:cNvPr>
          <p:cNvSpPr>
            <a:spLocks noGrp="1"/>
          </p:cNvSpPr>
          <p:nvPr>
            <p:ph type="title"/>
          </p:nvPr>
        </p:nvSpPr>
        <p:spPr/>
        <p:txBody>
          <a:bodyPr/>
          <a:lstStyle/>
          <a:p>
            <a:endParaRPr lang="en-GB"/>
          </a:p>
        </p:txBody>
      </p:sp>
      <p:sp>
        <p:nvSpPr>
          <p:cNvPr id="4" name="Content Placeholder 2">
            <a:extLst>
              <a:ext uri="{FF2B5EF4-FFF2-40B4-BE49-F238E27FC236}">
                <a16:creationId xmlns:a16="http://schemas.microsoft.com/office/drawing/2014/main" id="{E9140189-E272-47CF-B17A-4151DFCA4EB8}"/>
              </a:ext>
            </a:extLst>
          </p:cNvPr>
          <p:cNvSpPr>
            <a:spLocks noGrp="1"/>
          </p:cNvSpPr>
          <p:nvPr>
            <p:ph idx="1"/>
          </p:nvPr>
        </p:nvSpPr>
        <p:spPr>
          <a:xfrm>
            <a:off x="838200" y="1406175"/>
            <a:ext cx="10515600" cy="4351338"/>
          </a:xfrm>
        </p:spPr>
        <p:txBody>
          <a:bodyPr>
            <a:normAutofit fontScale="92500" lnSpcReduction="10000"/>
          </a:bodyPr>
          <a:lstStyle/>
          <a:p>
            <a:r>
              <a:rPr lang="en-GB" dirty="0"/>
              <a:t>Deliverables:</a:t>
            </a:r>
          </a:p>
          <a:p>
            <a:pPr marL="0" indent="0">
              <a:buNone/>
            </a:pPr>
            <a:r>
              <a:rPr lang="en-GB" dirty="0"/>
              <a:t>	A.   Develop your code using any version control software. Take snapshots of your project repository and commit messages. Include the snapshots in your report.</a:t>
            </a:r>
          </a:p>
          <a:p>
            <a:pPr marL="0" indent="0">
              <a:buNone/>
            </a:pPr>
            <a:r>
              <a:rPr lang="en-GB" dirty="0"/>
              <a:t>	B.   Submit to </a:t>
            </a:r>
            <a:r>
              <a:rPr lang="en-GB" dirty="0" err="1"/>
              <a:t>StudyNet</a:t>
            </a:r>
            <a:r>
              <a:rPr lang="en-GB" dirty="0"/>
              <a:t>:</a:t>
            </a:r>
          </a:p>
          <a:p>
            <a:pPr marL="0" indent="0">
              <a:buNone/>
            </a:pPr>
            <a:r>
              <a:rPr lang="en-GB" dirty="0"/>
              <a:t>		1.	Your report with the UML class diagrams and version control snapshots in a single PDF document.</a:t>
            </a:r>
          </a:p>
          <a:p>
            <a:pPr marL="0" indent="0">
              <a:buNone/>
            </a:pPr>
            <a:r>
              <a:rPr lang="en-GB" dirty="0"/>
              <a:t>		2.	 A zipped project folder containing the source codes folder, test folder and an executable jar file for running the final program.</a:t>
            </a:r>
          </a:p>
          <a:p>
            <a:pPr marL="0" indent="0">
              <a:buNone/>
            </a:pPr>
            <a:r>
              <a:rPr lang="en-GB" dirty="0"/>
              <a:t>		3.	 A screen recording video showing the functionalities of your final program. </a:t>
            </a:r>
          </a:p>
        </p:txBody>
      </p:sp>
      <p:sp>
        <p:nvSpPr>
          <p:cNvPr id="5" name="TextBox 4">
            <a:extLst>
              <a:ext uri="{FF2B5EF4-FFF2-40B4-BE49-F238E27FC236}">
                <a16:creationId xmlns:a16="http://schemas.microsoft.com/office/drawing/2014/main" id="{08729182-10AE-431E-B6A2-C5E15DE8ADD0}"/>
              </a:ext>
            </a:extLst>
          </p:cNvPr>
          <p:cNvSpPr txBox="1"/>
          <p:nvPr/>
        </p:nvSpPr>
        <p:spPr>
          <a:xfrm>
            <a:off x="1014076" y="5757513"/>
            <a:ext cx="5854616"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No references needed for your report.</a:t>
            </a:r>
            <a:endParaRPr kumimoji="0" lang="en-GB" sz="2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7792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D779E-E7B7-49A0-A34C-FFBBFCDCF438}"/>
              </a:ext>
            </a:extLst>
          </p:cNvPr>
          <p:cNvSpPr>
            <a:spLocks noGrp="1"/>
          </p:cNvSpPr>
          <p:nvPr>
            <p:ph type="title"/>
          </p:nvPr>
        </p:nvSpPr>
        <p:spPr/>
        <p:txBody>
          <a:bodyPr/>
          <a:lstStyle/>
          <a:p>
            <a:r>
              <a:rPr lang="en-GB" dirty="0"/>
              <a:t>Mark breakdown</a:t>
            </a:r>
          </a:p>
        </p:txBody>
      </p:sp>
      <p:sp>
        <p:nvSpPr>
          <p:cNvPr id="4" name="Content Placeholder 2">
            <a:extLst>
              <a:ext uri="{FF2B5EF4-FFF2-40B4-BE49-F238E27FC236}">
                <a16:creationId xmlns:a16="http://schemas.microsoft.com/office/drawing/2014/main" id="{2520A4BA-F6B6-4D59-931B-E8118F73FE0C}"/>
              </a:ext>
            </a:extLst>
          </p:cNvPr>
          <p:cNvSpPr>
            <a:spLocks noGrp="1"/>
          </p:cNvSpPr>
          <p:nvPr>
            <p:ph idx="1"/>
          </p:nvPr>
        </p:nvSpPr>
        <p:spPr>
          <a:xfrm>
            <a:off x="838200" y="1825625"/>
            <a:ext cx="10515600" cy="4351338"/>
          </a:xfrm>
        </p:spPr>
        <p:txBody>
          <a:bodyPr/>
          <a:lstStyle/>
          <a:p>
            <a:r>
              <a:rPr lang="en-GB" dirty="0"/>
              <a:t>We will test your program. Source code will be checked against the report and the video to confirm both that the work has been implemented by yourself, and its design.</a:t>
            </a:r>
          </a:p>
          <a:p>
            <a:pPr lvl="1"/>
            <a:r>
              <a:rPr lang="en-GB" dirty="0"/>
              <a:t>UML Class diagram. (10 marks)</a:t>
            </a:r>
          </a:p>
          <a:p>
            <a:pPr lvl="1"/>
            <a:r>
              <a:rPr lang="en-GB" dirty="0"/>
              <a:t>System functions. (40 marks)</a:t>
            </a:r>
          </a:p>
          <a:p>
            <a:pPr lvl="1"/>
            <a:r>
              <a:rPr lang="en-GB" dirty="0"/>
              <a:t>Use of version control, with suitable commit messages. (5 marks)</a:t>
            </a:r>
          </a:p>
          <a:p>
            <a:pPr lvl="1"/>
            <a:r>
              <a:rPr lang="en-GB" dirty="0"/>
              <a:t>Appropriate design and implementation. (30 marks)</a:t>
            </a:r>
          </a:p>
          <a:p>
            <a:pPr lvl="1"/>
            <a:r>
              <a:rPr lang="en-GB" dirty="0"/>
              <a:t>Use of JUnit testing. (10 marks)</a:t>
            </a:r>
          </a:p>
          <a:p>
            <a:pPr lvl="1"/>
            <a:r>
              <a:rPr lang="en-GB" dirty="0"/>
              <a:t>Report format and writing quality. (5 marks) </a:t>
            </a:r>
          </a:p>
        </p:txBody>
      </p:sp>
    </p:spTree>
    <p:extLst>
      <p:ext uri="{BB962C8B-B14F-4D97-AF65-F5344CB8AC3E}">
        <p14:creationId xmlns:p14="http://schemas.microsoft.com/office/powerpoint/2010/main" val="3642797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F9815-E7FF-4E6A-9050-F4522E0B0227}"/>
              </a:ext>
            </a:extLst>
          </p:cNvPr>
          <p:cNvSpPr>
            <a:spLocks noGrp="1"/>
          </p:cNvSpPr>
          <p:nvPr>
            <p:ph type="title"/>
          </p:nvPr>
        </p:nvSpPr>
        <p:spPr/>
        <p:txBody>
          <a:bodyPr/>
          <a:lstStyle/>
          <a:p>
            <a:endParaRPr lang="en-GB"/>
          </a:p>
        </p:txBody>
      </p:sp>
      <p:sp>
        <p:nvSpPr>
          <p:cNvPr id="4" name="Content Placeholder 2">
            <a:extLst>
              <a:ext uri="{FF2B5EF4-FFF2-40B4-BE49-F238E27FC236}">
                <a16:creationId xmlns:a16="http://schemas.microsoft.com/office/drawing/2014/main" id="{BDFF78D9-046F-485F-87C6-895C8DFC6BBF}"/>
              </a:ext>
            </a:extLst>
          </p:cNvPr>
          <p:cNvSpPr>
            <a:spLocks noGrp="1"/>
          </p:cNvSpPr>
          <p:nvPr>
            <p:ph idx="1"/>
          </p:nvPr>
        </p:nvSpPr>
        <p:spPr>
          <a:xfrm>
            <a:off x="838200" y="1825625"/>
            <a:ext cx="10515600" cy="4841182"/>
          </a:xfrm>
        </p:spPr>
        <p:txBody>
          <a:bodyPr>
            <a:normAutofit fontScale="92500" lnSpcReduction="10000"/>
          </a:bodyPr>
          <a:lstStyle/>
          <a:p>
            <a:r>
              <a:rPr lang="en-GB" dirty="0"/>
              <a:t>Ideally, your program will provide at least five functionalities in the format of command line interface (you can use GUI if you wish, but no extra marks given):</a:t>
            </a:r>
          </a:p>
          <a:p>
            <a:pPr marL="0" indent="0">
              <a:buNone/>
            </a:pPr>
            <a:r>
              <a:rPr lang="en-GB" dirty="0"/>
              <a:t>	1. Book a group exercise lesson</a:t>
            </a:r>
          </a:p>
          <a:p>
            <a:pPr marL="0" indent="0">
              <a:buNone/>
            </a:pPr>
            <a:r>
              <a:rPr lang="en-GB" dirty="0"/>
              <a:t>	2. Change/Cancel a booking</a:t>
            </a:r>
          </a:p>
          <a:p>
            <a:pPr marL="0" indent="0">
              <a:buNone/>
            </a:pPr>
            <a:r>
              <a:rPr lang="en-GB" dirty="0"/>
              <a:t>	3. Attend a lesson</a:t>
            </a:r>
          </a:p>
          <a:p>
            <a:pPr marL="0" indent="0">
              <a:buNone/>
            </a:pPr>
            <a:r>
              <a:rPr lang="en-GB" dirty="0"/>
              <a:t>	4. Monthly lesson report</a:t>
            </a:r>
          </a:p>
          <a:p>
            <a:pPr marL="0" indent="0">
              <a:buNone/>
            </a:pPr>
            <a:r>
              <a:rPr lang="en-GB" dirty="0"/>
              <a:t>	5. Monthly champion lesson type report</a:t>
            </a:r>
          </a:p>
          <a:p>
            <a:pPr marL="0" indent="0">
              <a:buNone/>
            </a:pPr>
            <a:r>
              <a:rPr lang="en-GB" dirty="0"/>
              <a:t>It is optional to implement the functionality of registering a new member.</a:t>
            </a:r>
          </a:p>
          <a:p>
            <a:pPr marL="0" indent="0">
              <a:buNone/>
            </a:pPr>
            <a:r>
              <a:rPr lang="en-GB" dirty="0"/>
              <a:t>Your program should be able to exit whenever there is no other option available.</a:t>
            </a:r>
          </a:p>
        </p:txBody>
      </p:sp>
    </p:spTree>
    <p:extLst>
      <p:ext uri="{BB962C8B-B14F-4D97-AF65-F5344CB8AC3E}">
        <p14:creationId xmlns:p14="http://schemas.microsoft.com/office/powerpoint/2010/main" val="2218026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136BD-44B9-4031-8661-E2B5F168676F}"/>
              </a:ext>
            </a:extLst>
          </p:cNvPr>
          <p:cNvSpPr>
            <a:spLocks noGrp="1"/>
          </p:cNvSpPr>
          <p:nvPr>
            <p:ph type="title"/>
          </p:nvPr>
        </p:nvSpPr>
        <p:spPr/>
        <p:txBody>
          <a:bodyPr/>
          <a:lstStyle/>
          <a:p>
            <a:endParaRPr lang="en-GB"/>
          </a:p>
        </p:txBody>
      </p:sp>
      <p:sp>
        <p:nvSpPr>
          <p:cNvPr id="4" name="Content Placeholder 2">
            <a:extLst>
              <a:ext uri="{FF2B5EF4-FFF2-40B4-BE49-F238E27FC236}">
                <a16:creationId xmlns:a16="http://schemas.microsoft.com/office/drawing/2014/main" id="{873570C5-F33D-4171-9B53-4F153401B229}"/>
              </a:ext>
            </a:extLst>
          </p:cNvPr>
          <p:cNvSpPr>
            <a:spLocks noGrp="1"/>
          </p:cNvSpPr>
          <p:nvPr>
            <p:ph idx="1"/>
          </p:nvPr>
        </p:nvSpPr>
        <p:spPr>
          <a:xfrm>
            <a:off x="838199" y="1825625"/>
            <a:ext cx="10761617" cy="4531632"/>
          </a:xfrm>
        </p:spPr>
        <p:txBody>
          <a:bodyPr>
            <a:normAutofit fontScale="92500" lnSpcReduction="20000"/>
          </a:bodyPr>
          <a:lstStyle/>
          <a:p>
            <a:r>
              <a:rPr lang="en-GB" dirty="0"/>
              <a:t>Book a group exercise lesson</a:t>
            </a:r>
          </a:p>
          <a:p>
            <a:pPr lvl="1"/>
            <a:r>
              <a:rPr lang="en-GB" dirty="0"/>
              <a:t>All are group lessons and up to 4 members are allowed for each lesson.</a:t>
            </a:r>
          </a:p>
          <a:p>
            <a:pPr lvl="1"/>
            <a:r>
              <a:rPr lang="en-GB" dirty="0"/>
              <a:t>The system will prompt the member to select the way to check the timetable, one is by specifying the day (Saturday or Sunday) and the other is by specifying the exercise type.</a:t>
            </a:r>
          </a:p>
          <a:p>
            <a:pPr lvl="1"/>
            <a:r>
              <a:rPr lang="en-GB" dirty="0"/>
              <a:t>If the member selects to specify the day, for example, Saturday, all the lessons on Saturday in your timetable will be displayed on the screen.</a:t>
            </a:r>
          </a:p>
          <a:p>
            <a:pPr lvl="1"/>
            <a:r>
              <a:rPr lang="en-GB" dirty="0"/>
              <a:t>If the member selects to specify the exercise type, all the lessons of that type in the timetable will be displayed on the screen.</a:t>
            </a:r>
          </a:p>
          <a:p>
            <a:pPr lvl="1"/>
            <a:r>
              <a:rPr lang="en-GB" dirty="0"/>
              <a:t>The member will then book into one lesson. If the new booking does not violate the lesson capacity constraint (i.e., 4), the booking is successful. Otherwise, the booking is unsuccessful and the program returns to the main interface.</a:t>
            </a:r>
          </a:p>
          <a:p>
            <a:pPr lvl="1"/>
            <a:r>
              <a:rPr lang="en-GB" dirty="0"/>
              <a:t>Ideally, you should provide two months’ lessons (covering 8 weekends) and this should be timetabled by yourself including the price information.</a:t>
            </a:r>
          </a:p>
          <a:p>
            <a:pPr lvl="1"/>
            <a:r>
              <a:rPr lang="en-GB" dirty="0"/>
              <a:t>No duplicate bookings (i.e., one member cannot book the same lesson twice)</a:t>
            </a:r>
          </a:p>
        </p:txBody>
      </p:sp>
    </p:spTree>
    <p:extLst>
      <p:ext uri="{BB962C8B-B14F-4D97-AF65-F5344CB8AC3E}">
        <p14:creationId xmlns:p14="http://schemas.microsoft.com/office/powerpoint/2010/main" val="32690516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20D9F-DD4E-44A6-95C4-61D184246B78}"/>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5EF3259A-33F3-412A-BDDB-51F894F78DF6}"/>
              </a:ext>
            </a:extLst>
          </p:cNvPr>
          <p:cNvSpPr>
            <a:spLocks noGrp="1"/>
          </p:cNvSpPr>
          <p:nvPr>
            <p:ph idx="1"/>
          </p:nvPr>
        </p:nvSpPr>
        <p:spPr/>
        <p:txBody>
          <a:bodyPr>
            <a:normAutofit fontScale="92500"/>
          </a:bodyPr>
          <a:lstStyle/>
          <a:p>
            <a:r>
              <a:rPr lang="en-GB" dirty="0"/>
              <a:t>Change/Cancel a booking</a:t>
            </a:r>
          </a:p>
          <a:p>
            <a:pPr lvl="1"/>
            <a:r>
              <a:rPr lang="en-GB" dirty="0"/>
              <a:t>The system will prompt the member to specify which booking they want to make a change (maybe through a booking ID) </a:t>
            </a:r>
          </a:p>
          <a:p>
            <a:pPr lvl="1"/>
            <a:r>
              <a:rPr lang="en-GB" dirty="0"/>
              <a:t>The member will select a new lesson (can be different exercise type). The system will do the same checking on the capacity constraint. If no violation, the change is successful. Note that this is a booking change so the same booking ID will be kept. If there is a violation, the change is not successful and the member needs to select another new lesson or the program returns to the main interface.</a:t>
            </a:r>
          </a:p>
          <a:p>
            <a:pPr lvl="1"/>
            <a:r>
              <a:rPr lang="en-GB" dirty="0"/>
              <a:t>Do not forget to release one place from the previously booked lesson if the change is successful.</a:t>
            </a:r>
          </a:p>
          <a:p>
            <a:pPr lvl="1"/>
            <a:r>
              <a:rPr lang="en-GB" dirty="0"/>
              <a:t>Cancelling a booking can be incorporated in this functionality. Don’t forget to release one place if cancelling is successful. The booking ID of a cancelled booking will not be reused.</a:t>
            </a:r>
          </a:p>
        </p:txBody>
      </p:sp>
    </p:spTree>
    <p:extLst>
      <p:ext uri="{BB962C8B-B14F-4D97-AF65-F5344CB8AC3E}">
        <p14:creationId xmlns:p14="http://schemas.microsoft.com/office/powerpoint/2010/main" val="526675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136BD-44B9-4031-8661-E2B5F168676F}"/>
              </a:ext>
            </a:extLst>
          </p:cNvPr>
          <p:cNvSpPr>
            <a:spLocks noGrp="1"/>
          </p:cNvSpPr>
          <p:nvPr>
            <p:ph type="title"/>
          </p:nvPr>
        </p:nvSpPr>
        <p:spPr/>
        <p:txBody>
          <a:bodyPr/>
          <a:lstStyle/>
          <a:p>
            <a:endParaRPr lang="en-GB"/>
          </a:p>
        </p:txBody>
      </p:sp>
      <p:sp>
        <p:nvSpPr>
          <p:cNvPr id="4" name="Content Placeholder 2">
            <a:extLst>
              <a:ext uri="{FF2B5EF4-FFF2-40B4-BE49-F238E27FC236}">
                <a16:creationId xmlns:a16="http://schemas.microsoft.com/office/drawing/2014/main" id="{873570C5-F33D-4171-9B53-4F153401B229}"/>
              </a:ext>
            </a:extLst>
          </p:cNvPr>
          <p:cNvSpPr>
            <a:spLocks noGrp="1"/>
          </p:cNvSpPr>
          <p:nvPr>
            <p:ph idx="1"/>
          </p:nvPr>
        </p:nvSpPr>
        <p:spPr>
          <a:xfrm>
            <a:off x="838200" y="1825625"/>
            <a:ext cx="10515600" cy="4351338"/>
          </a:xfrm>
        </p:spPr>
        <p:txBody>
          <a:bodyPr>
            <a:normAutofit/>
          </a:bodyPr>
          <a:lstStyle/>
          <a:p>
            <a:r>
              <a:rPr lang="en-GB" dirty="0"/>
              <a:t>Attend a lesson (writing a review and providing a numerical rating should be incorporated in this functionality)</a:t>
            </a:r>
          </a:p>
          <a:p>
            <a:pPr lvl="1"/>
            <a:r>
              <a:rPr lang="en-GB" dirty="0"/>
              <a:t>Selecting this functionality means that the lesson will be attended by the member.</a:t>
            </a:r>
          </a:p>
          <a:p>
            <a:pPr lvl="1"/>
            <a:r>
              <a:rPr lang="en-GB" dirty="0"/>
              <a:t>A review are a few sentences/words about the lesson</a:t>
            </a:r>
          </a:p>
          <a:p>
            <a:pPr lvl="1"/>
            <a:r>
              <a:rPr lang="en-GB" dirty="0"/>
              <a:t>Rating is to give a number ranging from 1 to 5.</a:t>
            </a:r>
          </a:p>
          <a:p>
            <a:r>
              <a:rPr lang="en-GB" dirty="0"/>
              <a:t>Ideally, each booking will have a status. When it is booked (before attending), the status is "booked". When it is attended, the status is changed to "attended". When it is changed but not attended, the status is "changed". When it is cancelled, the status is “cancelled”.</a:t>
            </a:r>
          </a:p>
        </p:txBody>
      </p:sp>
    </p:spTree>
    <p:extLst>
      <p:ext uri="{BB962C8B-B14F-4D97-AF65-F5344CB8AC3E}">
        <p14:creationId xmlns:p14="http://schemas.microsoft.com/office/powerpoint/2010/main" val="1778586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7627C-260E-442E-AB7F-38578EE6FE49}"/>
              </a:ext>
            </a:extLst>
          </p:cNvPr>
          <p:cNvSpPr>
            <a:spLocks noGrp="1"/>
          </p:cNvSpPr>
          <p:nvPr>
            <p:ph type="title"/>
          </p:nvPr>
        </p:nvSpPr>
        <p:spPr/>
        <p:txBody>
          <a:bodyPr/>
          <a:lstStyle/>
          <a:p>
            <a:endParaRPr lang="en-GB"/>
          </a:p>
        </p:txBody>
      </p:sp>
      <p:sp>
        <p:nvSpPr>
          <p:cNvPr id="4" name="Content Placeholder 2">
            <a:extLst>
              <a:ext uri="{FF2B5EF4-FFF2-40B4-BE49-F238E27FC236}">
                <a16:creationId xmlns:a16="http://schemas.microsoft.com/office/drawing/2014/main" id="{C6268A62-E456-40F2-8F89-29EEB0E38D8C}"/>
              </a:ext>
            </a:extLst>
          </p:cNvPr>
          <p:cNvSpPr>
            <a:spLocks noGrp="1"/>
          </p:cNvSpPr>
          <p:nvPr>
            <p:ph idx="1"/>
          </p:nvPr>
        </p:nvSpPr>
        <p:spPr>
          <a:xfrm>
            <a:off x="838200" y="1825625"/>
            <a:ext cx="10515600" cy="4351338"/>
          </a:xfrm>
        </p:spPr>
        <p:txBody>
          <a:bodyPr>
            <a:normAutofit lnSpcReduction="10000"/>
          </a:bodyPr>
          <a:lstStyle/>
          <a:p>
            <a:r>
              <a:rPr lang="en-GB" dirty="0"/>
              <a:t>Monthly lesson report</a:t>
            </a:r>
          </a:p>
          <a:p>
            <a:pPr lvl="1"/>
            <a:r>
              <a:rPr lang="en-GB" dirty="0"/>
              <a:t>Ideally, when the user selects this functionality, the system will prompt the user to input a month number (e.g., 05 for May). This report will then list the statistics for each lesson in the 4 weekends of that month:</a:t>
            </a:r>
          </a:p>
          <a:p>
            <a:pPr lvl="2"/>
            <a:r>
              <a:rPr lang="en-GB" dirty="0"/>
              <a:t>the number of members per lesson on each day, along with the average rating of each lesson (total 24 entries);</a:t>
            </a:r>
          </a:p>
          <a:p>
            <a:pPr lvl="2"/>
            <a:r>
              <a:rPr lang="en-GB" dirty="0"/>
              <a:t>all the members here must have attended the lessons</a:t>
            </a:r>
          </a:p>
          <a:p>
            <a:r>
              <a:rPr lang="en-GB" dirty="0"/>
              <a:t>Monthly champion exercise type report</a:t>
            </a:r>
          </a:p>
          <a:p>
            <a:pPr lvl="1"/>
            <a:r>
              <a:rPr lang="en-GB" dirty="0"/>
              <a:t>Ideally, when the user selects this functionality, the system will prompt the user to input a month number (e.g., 05 for May). </a:t>
            </a:r>
          </a:p>
          <a:p>
            <a:pPr lvl="1"/>
            <a:r>
              <a:rPr lang="en-GB" dirty="0"/>
              <a:t>a report showing which exercise type lessons have generated the highest income, counting all the same types of exercise lessons together.</a:t>
            </a:r>
          </a:p>
          <a:p>
            <a:pPr lvl="2"/>
            <a:r>
              <a:rPr lang="en-GB" dirty="0"/>
              <a:t>You need to list the incomes for each type of exercise lesson.</a:t>
            </a:r>
          </a:p>
        </p:txBody>
      </p:sp>
    </p:spTree>
    <p:extLst>
      <p:ext uri="{BB962C8B-B14F-4D97-AF65-F5344CB8AC3E}">
        <p14:creationId xmlns:p14="http://schemas.microsoft.com/office/powerpoint/2010/main" val="4211894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Other points</a:t>
            </a:r>
          </a:p>
        </p:txBody>
      </p:sp>
      <p:sp>
        <p:nvSpPr>
          <p:cNvPr id="3" name="Content Placeholder 2"/>
          <p:cNvSpPr>
            <a:spLocks noGrp="1"/>
          </p:cNvSpPr>
          <p:nvPr>
            <p:ph idx="1"/>
          </p:nvPr>
        </p:nvSpPr>
        <p:spPr>
          <a:xfrm>
            <a:off x="838200" y="1476462"/>
            <a:ext cx="10515600" cy="5268287"/>
          </a:xfrm>
        </p:spPr>
        <p:txBody>
          <a:bodyPr/>
          <a:lstStyle/>
          <a:p>
            <a:r>
              <a:rPr lang="en-GB" dirty="0"/>
              <a:t>If you use pre-registered members, you can hard code the data into your program or you can read the data from an external text file.</a:t>
            </a:r>
          </a:p>
          <a:p>
            <a:r>
              <a:rPr lang="en-GB" dirty="0"/>
              <a:t>UML diagram is included in your report, not a separate file.</a:t>
            </a:r>
          </a:p>
          <a:p>
            <a:r>
              <a:rPr lang="en-GB" dirty="0"/>
              <a:t>In the report, provide some snapshots of your commit messages to show that you have used Version Control.</a:t>
            </a:r>
          </a:p>
          <a:p>
            <a:r>
              <a:rPr lang="en-GB" dirty="0"/>
              <a:t>For JUnit test, since there are only 10 marks assigned to it, you can just pick up about one key method (not getter or setter methods) from each Java class and then write the test cases for them. In total, you should have 5 test cases. To save your time, you don't need to write test cases for every method in every Java class.</a:t>
            </a:r>
          </a:p>
          <a:p>
            <a:endParaRPr lang="en-GB" dirty="0"/>
          </a:p>
        </p:txBody>
      </p:sp>
    </p:spTree>
    <p:extLst>
      <p:ext uri="{BB962C8B-B14F-4D97-AF65-F5344CB8AC3E}">
        <p14:creationId xmlns:p14="http://schemas.microsoft.com/office/powerpoint/2010/main" val="2546386465"/>
      </p:ext>
    </p:extLst>
  </p:cSld>
  <p:clrMapOvr>
    <a:masterClrMapping/>
  </p:clrMapOvr>
  <mc:AlternateContent xmlns:mc="http://schemas.openxmlformats.org/markup-compatibility/2006" xmlns:p14="http://schemas.microsoft.com/office/powerpoint/2010/main">
    <mc:Choice Requires="p14">
      <p:transition spd="slow" p14:dur="2000" advTm="71727"/>
    </mc:Choice>
    <mc:Fallback xmlns="">
      <p:transition spd="slow" advTm="71727"/>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5D1C8-B0B3-4C7B-9238-993B041FB9D0}"/>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46581484-1D32-4A81-8E04-3FD106399EB8}"/>
              </a:ext>
            </a:extLst>
          </p:cNvPr>
          <p:cNvSpPr>
            <a:spLocks noGrp="1"/>
          </p:cNvSpPr>
          <p:nvPr>
            <p:ph idx="1"/>
          </p:nvPr>
        </p:nvSpPr>
        <p:spPr/>
        <p:txBody>
          <a:bodyPr/>
          <a:lstStyle/>
          <a:p>
            <a:r>
              <a:rPr lang="en-GB" dirty="0"/>
              <a:t>When closing the program, you don’t need to save any data you have created while running the program. All the bookings/changes you have made can go.</a:t>
            </a:r>
          </a:p>
          <a:p>
            <a:r>
              <a:rPr lang="en-GB" dirty="0"/>
              <a:t>No real time in this system: no past, no present, no future. So you don’t need to compare the time.</a:t>
            </a:r>
          </a:p>
          <a:p>
            <a:r>
              <a:rPr lang="en-GB" dirty="0"/>
              <a:t>A lesson is attended by the member selecting the corresponding functionality provided by the software.</a:t>
            </a:r>
          </a:p>
          <a:p>
            <a:r>
              <a:rPr lang="en-GB" dirty="0"/>
              <a:t>A member, who has booked a lesson but not attended it, cannot be counted into the number in the monthly report.</a:t>
            </a:r>
          </a:p>
        </p:txBody>
      </p:sp>
    </p:spTree>
    <p:extLst>
      <p:ext uri="{BB962C8B-B14F-4D97-AF65-F5344CB8AC3E}">
        <p14:creationId xmlns:p14="http://schemas.microsoft.com/office/powerpoint/2010/main" val="10319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DFE9F-3D49-D30A-0F80-5A47B48D4B21}"/>
              </a:ext>
            </a:extLst>
          </p:cNvPr>
          <p:cNvSpPr>
            <a:spLocks noGrp="1"/>
          </p:cNvSpPr>
          <p:nvPr>
            <p:ph type="title"/>
          </p:nvPr>
        </p:nvSpPr>
        <p:spPr/>
        <p:txBody>
          <a:bodyPr/>
          <a:lstStyle/>
          <a:p>
            <a:r>
              <a:rPr lang="en-GB" dirty="0"/>
              <a:t>Video Recording</a:t>
            </a:r>
          </a:p>
        </p:txBody>
      </p:sp>
      <p:sp>
        <p:nvSpPr>
          <p:cNvPr id="3" name="Content Placeholder 2">
            <a:extLst>
              <a:ext uri="{FF2B5EF4-FFF2-40B4-BE49-F238E27FC236}">
                <a16:creationId xmlns:a16="http://schemas.microsoft.com/office/drawing/2014/main" id="{2D3B7A1C-4AE1-EE6F-9AB8-A0471AF526CE}"/>
              </a:ext>
            </a:extLst>
          </p:cNvPr>
          <p:cNvSpPr>
            <a:spLocks noGrp="1"/>
          </p:cNvSpPr>
          <p:nvPr>
            <p:ph idx="1"/>
          </p:nvPr>
        </p:nvSpPr>
        <p:spPr/>
        <p:txBody>
          <a:bodyPr/>
          <a:lstStyle/>
          <a:p>
            <a:r>
              <a:rPr lang="en-GB" dirty="0"/>
              <a:t>Start recording from the time you start your program</a:t>
            </a:r>
          </a:p>
          <a:p>
            <a:r>
              <a:rPr lang="en-GB" dirty="0"/>
              <a:t>Just demonstrate all the functionalities including all the constraints checking.</a:t>
            </a:r>
          </a:p>
          <a:p>
            <a:pPr lvl="1"/>
            <a:r>
              <a:rPr lang="en-GB" dirty="0"/>
              <a:t>For example, check that duplicate booking is not allowed, that lesson capacity constraint cannot be violated</a:t>
            </a:r>
            <a:r>
              <a:rPr lang="en-GB"/>
              <a:t>, that ID </a:t>
            </a:r>
            <a:r>
              <a:rPr lang="en-GB" dirty="0"/>
              <a:t>number must be unique, etc.</a:t>
            </a:r>
          </a:p>
          <a:p>
            <a:r>
              <a:rPr lang="en-GB" dirty="0"/>
              <a:t>It is not a presentation, so do NOT introduce your design and implementation.</a:t>
            </a:r>
          </a:p>
        </p:txBody>
      </p:sp>
    </p:spTree>
    <p:extLst>
      <p:ext uri="{BB962C8B-B14F-4D97-AF65-F5344CB8AC3E}">
        <p14:creationId xmlns:p14="http://schemas.microsoft.com/office/powerpoint/2010/main" val="40193032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2402</TotalTime>
  <Words>1936</Words>
  <Application>Microsoft Office PowerPoint</Application>
  <PresentationFormat>Widescreen</PresentationFormat>
  <Paragraphs>97</Paragraphs>
  <Slides>16</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16</vt:i4>
      </vt:variant>
    </vt:vector>
  </HeadingPairs>
  <TitlesOfParts>
    <vt:vector size="21" baseType="lpstr">
      <vt:lpstr>Arial</vt:lpstr>
      <vt:lpstr>Calibri</vt:lpstr>
      <vt:lpstr>Calibri Light</vt:lpstr>
      <vt:lpstr>Office Theme</vt:lpstr>
      <vt:lpstr>1_Office Theme</vt:lpstr>
      <vt:lpstr>7COM1025 Coursework </vt:lpstr>
      <vt:lpstr>PowerPoint Presentation</vt:lpstr>
      <vt:lpstr>PowerPoint Presentation</vt:lpstr>
      <vt:lpstr>PowerPoint Presentation</vt:lpstr>
      <vt:lpstr>PowerPoint Presentation</vt:lpstr>
      <vt:lpstr>Your tasks</vt:lpstr>
      <vt:lpstr>PowerPoint Presentation</vt:lpstr>
      <vt:lpstr>Mark breakdown</vt:lpstr>
      <vt:lpstr>PowerPoint Presentation</vt:lpstr>
      <vt:lpstr>PowerPoint Presentation</vt:lpstr>
      <vt:lpstr>PowerPoint Presentation</vt:lpstr>
      <vt:lpstr>PowerPoint Presentation</vt:lpstr>
      <vt:lpstr>PowerPoint Presentation</vt:lpstr>
      <vt:lpstr>Other points</vt:lpstr>
      <vt:lpstr>PowerPoint Presentation</vt:lpstr>
      <vt:lpstr>Video Recording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7COM1025 Coursework</dc:title>
  <dc:creator>Hui Cheng</dc:creator>
  <cp:lastModifiedBy>Hui Cheng</cp:lastModifiedBy>
  <cp:revision>18</cp:revision>
  <dcterms:created xsi:type="dcterms:W3CDTF">2019-11-07T13:33:31Z</dcterms:created>
  <dcterms:modified xsi:type="dcterms:W3CDTF">2026-02-12T01:17:55Z</dcterms:modified>
</cp:coreProperties>
</file>